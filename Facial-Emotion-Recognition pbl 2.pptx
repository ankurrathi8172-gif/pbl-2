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1430000" cy="8648700"/>
  <p:notesSz cx="6858000" cy="9144000"/>
  <p:embeddedFontLst>
    <p:embeddedFont>
      <p:font typeface="Lato Bold" charset="1" panose="020F0502020204030203"/>
      <p:regular r:id="rId18"/>
    </p:embeddedFont>
    <p:embeddedFont>
      <p:font typeface="Lato" charset="1" panose="020F0502020204030203"/>
      <p:regular r:id="rId19"/>
    </p:embeddedFont>
    <p:embeddedFont>
      <p:font typeface="Lato Light" charset="1" panose="020F050202020403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1104852"/>
            <a:ext cx="4286250" cy="6438643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-3" r="-2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00075" y="2534298"/>
            <a:ext cx="532419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3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Facial Emotion Recognition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3534" y="3145612"/>
            <a:ext cx="67504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75" y="3202762"/>
            <a:ext cx="45804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</a:t>
            </a:r>
            <a:r>
              <a:rPr lang="en-US" b="true" sz="27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Deep</a:t>
            </a:r>
            <a:r>
              <a:rPr lang="en-US" b="true" sz="27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Learning</a:t>
            </a:r>
            <a:r>
              <a:rPr lang="en-US" b="true" sz="27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Approach</a:t>
            </a:r>
            <a:r>
              <a:rPr lang="en-US" b="true" sz="27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0075" y="3631387"/>
            <a:ext cx="4584087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Understanding Human Affect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0344" y="4197134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0075" y="4197134"/>
            <a:ext cx="3852586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3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SubmittedBy:AnkurRathi (Reg.No:2427030014)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075" y="4663859"/>
            <a:ext cx="3862654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Manipal University Jaipur, 4th Semester Supervised By: Mrs. Harshika Mathur,  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1034896"/>
            <a:ext cx="11556997" cy="6575422"/>
            <a:chOff x="0" y="0"/>
            <a:chExt cx="11557000" cy="657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448425"/>
            </a:xfrm>
            <a:custGeom>
              <a:avLst/>
              <a:gdLst/>
              <a:ahLst/>
              <a:cxnLst/>
              <a:rect r="r" b="b" t="t" l="l"/>
              <a:pathLst>
                <a:path h="64484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48425"/>
                  </a:lnTo>
                  <a:lnTo>
                    <a:pt x="0" y="64484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48425"/>
            </a:xfrm>
            <a:custGeom>
              <a:avLst/>
              <a:gdLst/>
              <a:ahLst/>
              <a:cxnLst/>
              <a:rect r="r" b="b" t="t" l="l"/>
              <a:pathLst>
                <a:path h="64484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48425"/>
                  </a:lnTo>
                  <a:lnTo>
                    <a:pt x="0" y="6448425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48425"/>
            </a:xfrm>
            <a:custGeom>
              <a:avLst/>
              <a:gdLst/>
              <a:ahLst/>
              <a:cxnLst/>
              <a:rect r="r" b="b" t="t" l="l"/>
              <a:pathLst>
                <a:path h="64484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48425"/>
                  </a:lnTo>
                  <a:lnTo>
                    <a:pt x="0" y="6448425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6448425"/>
            </a:xfrm>
            <a:custGeom>
              <a:avLst/>
              <a:gdLst/>
              <a:ahLst/>
              <a:cxnLst/>
              <a:rect r="r" b="b" t="t" l="l"/>
              <a:pathLst>
                <a:path h="64484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48425"/>
                  </a:lnTo>
                  <a:lnTo>
                    <a:pt x="0" y="6448425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48425"/>
            </a:xfrm>
            <a:custGeom>
              <a:avLst/>
              <a:gdLst/>
              <a:ahLst/>
              <a:cxnLst/>
              <a:rect r="r" b="b" t="t" l="l"/>
              <a:pathLst>
                <a:path h="64484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48425"/>
                  </a:lnTo>
                  <a:lnTo>
                    <a:pt x="0" y="6448425"/>
                  </a:lnTo>
                  <a:close/>
                </a:path>
              </a:pathLst>
            </a:custGeom>
            <a:solidFill>
              <a:srgbClr val="EFEC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3575" y="539750"/>
              <a:ext cx="933450" cy="314325"/>
            </a:xfrm>
            <a:custGeom>
              <a:avLst/>
              <a:gdLst/>
              <a:ahLst/>
              <a:cxnLst/>
              <a:rect r="r" b="b" t="t" l="l"/>
              <a:pathLst>
                <a:path h="314325" w="933450">
                  <a:moveTo>
                    <a:pt x="0" y="297180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4953" y="4953"/>
                  </a:cubicBezTo>
                  <a:cubicBezTo>
                    <a:pt x="6477" y="3302"/>
                    <a:pt x="8382" y="2159"/>
                    <a:pt x="10541" y="1270"/>
                  </a:cubicBezTo>
                  <a:cubicBezTo>
                    <a:pt x="12700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297180"/>
                  </a:lnTo>
                  <a:cubicBezTo>
                    <a:pt x="933450" y="299466"/>
                    <a:pt x="933069" y="301625"/>
                    <a:pt x="932180" y="303784"/>
                  </a:cubicBezTo>
                  <a:cubicBezTo>
                    <a:pt x="931291" y="305943"/>
                    <a:pt x="930021" y="307721"/>
                    <a:pt x="928497" y="309372"/>
                  </a:cubicBezTo>
                  <a:cubicBezTo>
                    <a:pt x="926973" y="311023"/>
                    <a:pt x="925068" y="312166"/>
                    <a:pt x="922909" y="313055"/>
                  </a:cubicBezTo>
                  <a:cubicBezTo>
                    <a:pt x="920750" y="313944"/>
                    <a:pt x="918591" y="314325"/>
                    <a:pt x="916305" y="314325"/>
                  </a:cubicBezTo>
                  <a:lnTo>
                    <a:pt x="17145" y="314325"/>
                  </a:lnTo>
                  <a:cubicBezTo>
                    <a:pt x="14859" y="314325"/>
                    <a:pt x="12700" y="313944"/>
                    <a:pt x="10541" y="313055"/>
                  </a:cubicBezTo>
                  <a:cubicBezTo>
                    <a:pt x="8382" y="312166"/>
                    <a:pt x="6604" y="310896"/>
                    <a:pt x="4953" y="309372"/>
                  </a:cubicBezTo>
                  <a:cubicBezTo>
                    <a:pt x="3302" y="307848"/>
                    <a:pt x="2159" y="305943"/>
                    <a:pt x="1270" y="303784"/>
                  </a:cubicBezTo>
                  <a:cubicBezTo>
                    <a:pt x="381" y="301625"/>
                    <a:pt x="0" y="299466"/>
                    <a:pt x="0" y="297180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63575" y="2463800"/>
              <a:ext cx="5029200" cy="19050"/>
            </a:xfrm>
            <a:custGeom>
              <a:avLst/>
              <a:gdLst/>
              <a:ahLst/>
              <a:cxnLst/>
              <a:rect r="r" b="b" t="t" l="l"/>
              <a:pathLst>
                <a:path h="190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864225" y="2463800"/>
              <a:ext cx="5029200" cy="19050"/>
            </a:xfrm>
            <a:custGeom>
              <a:avLst/>
              <a:gdLst/>
              <a:ahLst/>
              <a:cxnLst/>
              <a:rect r="r" b="b" t="t" l="l"/>
              <a:pathLst>
                <a:path h="190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63575" y="3797300"/>
              <a:ext cx="5029200" cy="19050"/>
            </a:xfrm>
            <a:custGeom>
              <a:avLst/>
              <a:gdLst/>
              <a:ahLst/>
              <a:cxnLst/>
              <a:rect r="r" b="b" t="t" l="l"/>
              <a:pathLst>
                <a:path h="190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864225" y="3797300"/>
              <a:ext cx="5029200" cy="19050"/>
            </a:xfrm>
            <a:custGeom>
              <a:avLst/>
              <a:gdLst/>
              <a:ahLst/>
              <a:cxnLst/>
              <a:rect r="r" b="b" t="t" l="l"/>
              <a:pathLst>
                <a:path h="190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3575" y="5140325"/>
              <a:ext cx="5029200" cy="19050"/>
            </a:xfrm>
            <a:custGeom>
              <a:avLst/>
              <a:gdLst/>
              <a:ahLst/>
              <a:cxnLst/>
              <a:rect r="r" b="b" t="t" l="l"/>
              <a:pathLst>
                <a:path h="190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864225" y="5140325"/>
              <a:ext cx="5029200" cy="19050"/>
            </a:xfrm>
            <a:custGeom>
              <a:avLst/>
              <a:gdLst/>
              <a:ahLst/>
              <a:cxnLst/>
              <a:rect r="r" b="b" t="t" l="l"/>
              <a:pathLst>
                <a:path h="190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2916" y="1597014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07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1804412"/>
            <a:ext cx="674881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Presentation Outline: Our Journey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857" y="2609874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6388" y="4534524"/>
            <a:ext cx="3207591" cy="102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03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Problem Statement &amp; Objectives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Identifying the core challenge and goals.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6388" y="5868024"/>
            <a:ext cx="4649514" cy="103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05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Practical application with a dashboard and report generation.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0075" y="3981474"/>
            <a:ext cx="281959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Defining the field and its significance.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87038" y="4534524"/>
            <a:ext cx="4024141" cy="102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04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Proposed Solution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 deep learning pipeline for emotion classification.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87038" y="5868024"/>
            <a:ext cx="2591352" cy="103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06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References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Acknowledging key contributions.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00725" y="3981474"/>
            <a:ext cx="3379032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Exploring historical and modern approaches.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0075" y="2609874"/>
            <a:ext cx="968363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Thispresentationguidesusthroughthefoundation,development,andapplicationofaFacialEmotion Recognition (FER) system.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6388" y="3048624"/>
            <a:ext cx="1934908" cy="82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01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Introduction to FER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87038" y="3048624"/>
            <a:ext cx="1767459" cy="82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02</a:t>
            </a:r>
          </a:p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Literature Review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75" y="2047570"/>
            <a:ext cx="933450" cy="323850"/>
            <a:chOff x="0" y="0"/>
            <a:chExt cx="933450" cy="323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3450" cy="323850"/>
            </a:xfrm>
            <a:custGeom>
              <a:avLst/>
              <a:gdLst/>
              <a:ahLst/>
              <a:cxnLst/>
              <a:rect r="r" b="b" t="t" l="l"/>
              <a:pathLst>
                <a:path h="323850" w="93345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306705"/>
                  </a:lnTo>
                  <a:cubicBezTo>
                    <a:pt x="933450" y="308991"/>
                    <a:pt x="933069" y="311150"/>
                    <a:pt x="932180" y="313309"/>
                  </a:cubicBezTo>
                  <a:cubicBezTo>
                    <a:pt x="931291" y="315468"/>
                    <a:pt x="930021" y="317246"/>
                    <a:pt x="928497" y="318897"/>
                  </a:cubicBezTo>
                  <a:cubicBezTo>
                    <a:pt x="926973" y="320548"/>
                    <a:pt x="925068" y="321691"/>
                    <a:pt x="922909" y="322580"/>
                  </a:cubicBezTo>
                  <a:cubicBezTo>
                    <a:pt x="920750" y="323469"/>
                    <a:pt x="918591" y="323850"/>
                    <a:pt x="91630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  <a:close/>
                </a:path>
              </a:pathLst>
            </a:custGeom>
            <a:solidFill>
              <a:srgbClr val="E7E7E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2916" y="2069935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07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0075" y="2277332"/>
            <a:ext cx="966477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Introduction: What is Facial Emotion Recognition </a:t>
            </a:r>
          </a:p>
          <a:p>
            <a:pPr algn="l">
              <a:lnSpc>
                <a:spcPts val="2939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(FER)?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7142" y="3616195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0075" y="4806820"/>
            <a:ext cx="5013855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Analyzes facial landmarks (eyes, mouth, eyebrows, nose) to detect and classify emotions.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6321295"/>
            <a:ext cx="8717785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learning significantly improved the accuracy and robustness of FER systems, enabling real-world applications.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33627" y="4835395"/>
            <a:ext cx="4004062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Happiness, sadness, anger, surprise, fear, and disgust.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075" y="3759070"/>
            <a:ext cx="9528353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FER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is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pivotal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area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computer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vision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learning,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focusing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identifying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human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emotions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facial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expressions.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075" y="4353201"/>
            <a:ext cx="138056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Core Function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075" y="5753376"/>
            <a:ext cx="18397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Technological Shift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33627" y="4353201"/>
            <a:ext cx="229550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Emotions Detected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99898"/>
            <a:ext cx="4286250" cy="7848600"/>
            <a:chOff x="0" y="0"/>
            <a:chExt cx="5715000" cy="1046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10464800"/>
            </a:xfrm>
            <a:custGeom>
              <a:avLst/>
              <a:gdLst/>
              <a:ahLst/>
              <a:cxnLst/>
              <a:rect r="r" b="b" t="t" l="l"/>
              <a:pathLst>
                <a:path h="104648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0464800"/>
                  </a:lnTo>
                  <a:lnTo>
                    <a:pt x="0" y="1046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9" t="0" r="-6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86325" y="876148"/>
            <a:ext cx="933450" cy="323850"/>
            <a:chOff x="0" y="0"/>
            <a:chExt cx="933450" cy="323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0" cy="323850"/>
            </a:xfrm>
            <a:custGeom>
              <a:avLst/>
              <a:gdLst/>
              <a:ahLst/>
              <a:cxnLst/>
              <a:rect r="r" b="b" t="t" l="l"/>
              <a:pathLst>
                <a:path h="323850" w="93345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4953" y="5080"/>
                  </a:cubicBezTo>
                  <a:cubicBezTo>
                    <a:pt x="6477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306705"/>
                  </a:lnTo>
                  <a:cubicBezTo>
                    <a:pt x="933450" y="308991"/>
                    <a:pt x="933069" y="311150"/>
                    <a:pt x="932180" y="313309"/>
                  </a:cubicBezTo>
                  <a:cubicBezTo>
                    <a:pt x="931291" y="315468"/>
                    <a:pt x="930021" y="317246"/>
                    <a:pt x="928497" y="318897"/>
                  </a:cubicBezTo>
                  <a:cubicBezTo>
                    <a:pt x="926973" y="320548"/>
                    <a:pt x="925068" y="321691"/>
                    <a:pt x="922909" y="322580"/>
                  </a:cubicBezTo>
                  <a:cubicBezTo>
                    <a:pt x="920750" y="323469"/>
                    <a:pt x="918591" y="323850"/>
                    <a:pt x="91630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4953" y="318897"/>
                  </a:cubicBezTo>
                  <a:cubicBezTo>
                    <a:pt x="3302" y="317373"/>
                    <a:pt x="2159" y="315468"/>
                    <a:pt x="1270" y="313309"/>
                  </a:cubicBezTo>
                  <a:cubicBezTo>
                    <a:pt x="381" y="311150"/>
                    <a:pt x="0" y="308991"/>
                    <a:pt x="0" y="306705"/>
                  </a:cubicBezTo>
                </a:path>
              </a:pathLst>
            </a:custGeom>
            <a:solidFill>
              <a:srgbClr val="E7E7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75114" y="5518023"/>
            <a:ext cx="451047" cy="574634"/>
            <a:chOff x="0" y="0"/>
            <a:chExt cx="451053" cy="5746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1893" y="168687"/>
              <a:ext cx="166180" cy="37787"/>
            </a:xfrm>
            <a:custGeom>
              <a:avLst/>
              <a:gdLst/>
              <a:ahLst/>
              <a:cxnLst/>
              <a:rect r="r" b="b" t="t" l="l"/>
              <a:pathLst>
                <a:path h="37787" w="166180">
                  <a:moveTo>
                    <a:pt x="162276" y="17112"/>
                  </a:moveTo>
                  <a:cubicBezTo>
                    <a:pt x="153513" y="22954"/>
                    <a:pt x="147417" y="26129"/>
                    <a:pt x="138781" y="29558"/>
                  </a:cubicBezTo>
                  <a:cubicBezTo>
                    <a:pt x="138527" y="29685"/>
                    <a:pt x="138273" y="29812"/>
                    <a:pt x="138019" y="29812"/>
                  </a:cubicBezTo>
                  <a:cubicBezTo>
                    <a:pt x="127986" y="32860"/>
                    <a:pt x="118207" y="35019"/>
                    <a:pt x="107157" y="36670"/>
                  </a:cubicBezTo>
                  <a:cubicBezTo>
                    <a:pt x="106903" y="36670"/>
                    <a:pt x="106776" y="36670"/>
                    <a:pt x="106522" y="36797"/>
                  </a:cubicBezTo>
                  <a:cubicBezTo>
                    <a:pt x="95854" y="37686"/>
                    <a:pt x="83027" y="38067"/>
                    <a:pt x="69184" y="37559"/>
                  </a:cubicBezTo>
                  <a:cubicBezTo>
                    <a:pt x="69057" y="37559"/>
                    <a:pt x="68930" y="37559"/>
                    <a:pt x="68676" y="37559"/>
                  </a:cubicBezTo>
                  <a:cubicBezTo>
                    <a:pt x="58643" y="36670"/>
                    <a:pt x="46578" y="34765"/>
                    <a:pt x="37560" y="32733"/>
                  </a:cubicBezTo>
                  <a:cubicBezTo>
                    <a:pt x="37306" y="32733"/>
                    <a:pt x="37052" y="32606"/>
                    <a:pt x="36925" y="32606"/>
                  </a:cubicBezTo>
                  <a:cubicBezTo>
                    <a:pt x="28035" y="29939"/>
                    <a:pt x="18002" y="25748"/>
                    <a:pt x="13811" y="23716"/>
                  </a:cubicBezTo>
                  <a:cubicBezTo>
                    <a:pt x="13430" y="23462"/>
                    <a:pt x="13049" y="23335"/>
                    <a:pt x="12668" y="23081"/>
                  </a:cubicBezTo>
                  <a:lnTo>
                    <a:pt x="4159" y="17366"/>
                  </a:lnTo>
                  <a:cubicBezTo>
                    <a:pt x="-159" y="14445"/>
                    <a:pt x="-1302" y="8476"/>
                    <a:pt x="1619" y="4158"/>
                  </a:cubicBezTo>
                  <a:cubicBezTo>
                    <a:pt x="4540" y="-160"/>
                    <a:pt x="10509" y="-1303"/>
                    <a:pt x="14827" y="1618"/>
                  </a:cubicBezTo>
                  <a:lnTo>
                    <a:pt x="23336" y="7333"/>
                  </a:lnTo>
                  <a:lnTo>
                    <a:pt x="18002" y="15207"/>
                  </a:lnTo>
                  <a:lnTo>
                    <a:pt x="22193" y="6698"/>
                  </a:lnTo>
                  <a:cubicBezTo>
                    <a:pt x="25495" y="8349"/>
                    <a:pt x="34512" y="12032"/>
                    <a:pt x="42514" y="14445"/>
                  </a:cubicBezTo>
                  <a:lnTo>
                    <a:pt x="39719" y="23589"/>
                  </a:lnTo>
                  <a:lnTo>
                    <a:pt x="41751" y="14318"/>
                  </a:lnTo>
                  <a:cubicBezTo>
                    <a:pt x="49880" y="16096"/>
                    <a:pt x="61056" y="17874"/>
                    <a:pt x="70327" y="18636"/>
                  </a:cubicBezTo>
                  <a:lnTo>
                    <a:pt x="69438" y="28161"/>
                  </a:lnTo>
                  <a:lnTo>
                    <a:pt x="69819" y="18636"/>
                  </a:lnTo>
                  <a:cubicBezTo>
                    <a:pt x="82773" y="19144"/>
                    <a:pt x="94965" y="18763"/>
                    <a:pt x="104871" y="18001"/>
                  </a:cubicBezTo>
                  <a:lnTo>
                    <a:pt x="105633" y="27526"/>
                  </a:lnTo>
                  <a:lnTo>
                    <a:pt x="104236" y="18128"/>
                  </a:lnTo>
                  <a:cubicBezTo>
                    <a:pt x="114396" y="16604"/>
                    <a:pt x="123287" y="14699"/>
                    <a:pt x="132177" y="12032"/>
                  </a:cubicBezTo>
                  <a:lnTo>
                    <a:pt x="134971" y="21176"/>
                  </a:lnTo>
                  <a:lnTo>
                    <a:pt x="131288" y="12413"/>
                  </a:lnTo>
                  <a:cubicBezTo>
                    <a:pt x="138908" y="9238"/>
                    <a:pt x="143861" y="6825"/>
                    <a:pt x="151354" y="1745"/>
                  </a:cubicBezTo>
                  <a:cubicBezTo>
                    <a:pt x="155672" y="-1176"/>
                    <a:pt x="161641" y="-33"/>
                    <a:pt x="164562" y="4285"/>
                  </a:cubicBezTo>
                  <a:cubicBezTo>
                    <a:pt x="167483" y="8603"/>
                    <a:pt x="166340" y="14572"/>
                    <a:pt x="162022" y="1749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9830" y="103042"/>
              <a:ext cx="83720" cy="47340"/>
            </a:xfrm>
            <a:custGeom>
              <a:avLst/>
              <a:gdLst/>
              <a:ahLst/>
              <a:cxnLst/>
              <a:rect r="r" b="b" t="t" l="l"/>
              <a:pathLst>
                <a:path h="47340" w="83720">
                  <a:moveTo>
                    <a:pt x="79138" y="17607"/>
                  </a:moveTo>
                  <a:cubicBezTo>
                    <a:pt x="67961" y="24338"/>
                    <a:pt x="45609" y="34117"/>
                    <a:pt x="12970" y="46689"/>
                  </a:cubicBezTo>
                  <a:cubicBezTo>
                    <a:pt x="8017" y="48594"/>
                    <a:pt x="2556" y="46181"/>
                    <a:pt x="651" y="41229"/>
                  </a:cubicBezTo>
                  <a:cubicBezTo>
                    <a:pt x="-1255" y="36276"/>
                    <a:pt x="1159" y="30815"/>
                    <a:pt x="6112" y="28910"/>
                  </a:cubicBezTo>
                  <a:cubicBezTo>
                    <a:pt x="39005" y="16210"/>
                    <a:pt x="59833" y="7066"/>
                    <a:pt x="69231" y="1351"/>
                  </a:cubicBezTo>
                  <a:cubicBezTo>
                    <a:pt x="73677" y="-1316"/>
                    <a:pt x="79519" y="81"/>
                    <a:pt x="82313" y="4526"/>
                  </a:cubicBezTo>
                  <a:cubicBezTo>
                    <a:pt x="85107" y="8971"/>
                    <a:pt x="83583" y="14813"/>
                    <a:pt x="79138" y="1760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09431" y="106889"/>
              <a:ext cx="128936" cy="58874"/>
            </a:xfrm>
            <a:custGeom>
              <a:avLst/>
              <a:gdLst/>
              <a:ahLst/>
              <a:cxnLst/>
              <a:rect r="r" b="b" t="t" l="l"/>
              <a:pathLst>
                <a:path h="58874" w="128936">
                  <a:moveTo>
                    <a:pt x="121712" y="58209"/>
                  </a:moveTo>
                  <a:cubicBezTo>
                    <a:pt x="116886" y="59352"/>
                    <a:pt x="113457" y="58971"/>
                    <a:pt x="108123" y="57447"/>
                  </a:cubicBezTo>
                  <a:cubicBezTo>
                    <a:pt x="107869" y="57320"/>
                    <a:pt x="107615" y="57320"/>
                    <a:pt x="107361" y="57193"/>
                  </a:cubicBezTo>
                  <a:cubicBezTo>
                    <a:pt x="79548" y="46525"/>
                    <a:pt x="60751" y="39159"/>
                    <a:pt x="47035" y="33826"/>
                  </a:cubicBezTo>
                  <a:cubicBezTo>
                    <a:pt x="39034" y="30651"/>
                    <a:pt x="32811" y="28238"/>
                    <a:pt x="27350" y="26206"/>
                  </a:cubicBezTo>
                  <a:cubicBezTo>
                    <a:pt x="19349" y="23158"/>
                    <a:pt x="13253" y="20872"/>
                    <a:pt x="6395" y="18459"/>
                  </a:cubicBezTo>
                  <a:cubicBezTo>
                    <a:pt x="1442" y="16681"/>
                    <a:pt x="-1226" y="11347"/>
                    <a:pt x="552" y="6394"/>
                  </a:cubicBezTo>
                  <a:cubicBezTo>
                    <a:pt x="2331" y="1441"/>
                    <a:pt x="7665" y="-1226"/>
                    <a:pt x="12618" y="552"/>
                  </a:cubicBezTo>
                  <a:cubicBezTo>
                    <a:pt x="19730" y="2965"/>
                    <a:pt x="25953" y="5378"/>
                    <a:pt x="34081" y="8553"/>
                  </a:cubicBezTo>
                  <a:cubicBezTo>
                    <a:pt x="39542" y="10712"/>
                    <a:pt x="45892" y="13125"/>
                    <a:pt x="53893" y="16300"/>
                  </a:cubicBezTo>
                  <a:cubicBezTo>
                    <a:pt x="67609" y="21634"/>
                    <a:pt x="86406" y="29000"/>
                    <a:pt x="114219" y="39667"/>
                  </a:cubicBezTo>
                  <a:lnTo>
                    <a:pt x="110790" y="48557"/>
                  </a:lnTo>
                  <a:lnTo>
                    <a:pt x="113457" y="39413"/>
                  </a:lnTo>
                  <a:cubicBezTo>
                    <a:pt x="117013" y="40429"/>
                    <a:pt x="116886" y="40048"/>
                    <a:pt x="117267" y="40048"/>
                  </a:cubicBezTo>
                  <a:cubicBezTo>
                    <a:pt x="122347" y="38779"/>
                    <a:pt x="127554" y="41953"/>
                    <a:pt x="128697" y="47033"/>
                  </a:cubicBezTo>
                  <a:cubicBezTo>
                    <a:pt x="129840" y="52113"/>
                    <a:pt x="126792" y="57320"/>
                    <a:pt x="121712" y="5846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8118" y="85327"/>
              <a:ext cx="65438" cy="36734"/>
            </a:xfrm>
            <a:custGeom>
              <a:avLst/>
              <a:gdLst/>
              <a:ahLst/>
              <a:cxnLst/>
              <a:rect r="r" b="b" t="t" l="l"/>
              <a:pathLst>
                <a:path h="36734" w="65438">
                  <a:moveTo>
                    <a:pt x="52467" y="36084"/>
                  </a:moveTo>
                  <a:lnTo>
                    <a:pt x="6112" y="18431"/>
                  </a:lnTo>
                  <a:cubicBezTo>
                    <a:pt x="1159" y="16526"/>
                    <a:pt x="-1254" y="11065"/>
                    <a:pt x="651" y="6112"/>
                  </a:cubicBezTo>
                  <a:cubicBezTo>
                    <a:pt x="2556" y="1159"/>
                    <a:pt x="8017" y="-1254"/>
                    <a:pt x="12970" y="651"/>
                  </a:cubicBezTo>
                  <a:lnTo>
                    <a:pt x="59326" y="18304"/>
                  </a:lnTo>
                  <a:cubicBezTo>
                    <a:pt x="64279" y="20209"/>
                    <a:pt x="66692" y="25670"/>
                    <a:pt x="64787" y="30623"/>
                  </a:cubicBezTo>
                  <a:cubicBezTo>
                    <a:pt x="62882" y="35576"/>
                    <a:pt x="57421" y="37989"/>
                    <a:pt x="52467" y="3608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92587" y="63499"/>
              <a:ext cx="47469" cy="26415"/>
            </a:xfrm>
            <a:custGeom>
              <a:avLst/>
              <a:gdLst/>
              <a:ahLst/>
              <a:cxnLst/>
              <a:rect r="r" b="b" t="t" l="l"/>
              <a:pathLst>
                <a:path h="26415" w="47469">
                  <a:moveTo>
                    <a:pt x="35254" y="19050"/>
                  </a:moveTo>
                  <a:cubicBezTo>
                    <a:pt x="35000" y="18923"/>
                    <a:pt x="34238" y="17653"/>
                    <a:pt x="12775" y="25781"/>
                  </a:cubicBezTo>
                  <a:cubicBezTo>
                    <a:pt x="7822" y="27686"/>
                    <a:pt x="2361" y="25146"/>
                    <a:pt x="583" y="20193"/>
                  </a:cubicBezTo>
                  <a:cubicBezTo>
                    <a:pt x="-1195" y="15240"/>
                    <a:pt x="1218" y="9779"/>
                    <a:pt x="6171" y="8001"/>
                  </a:cubicBezTo>
                  <a:cubicBezTo>
                    <a:pt x="25602" y="635"/>
                    <a:pt x="32968" y="-1397"/>
                    <a:pt x="40588" y="889"/>
                  </a:cubicBezTo>
                  <a:cubicBezTo>
                    <a:pt x="45668" y="2286"/>
                    <a:pt x="48589" y="7620"/>
                    <a:pt x="47065" y="12700"/>
                  </a:cubicBezTo>
                  <a:cubicBezTo>
                    <a:pt x="45541" y="17780"/>
                    <a:pt x="40334" y="20701"/>
                    <a:pt x="35254" y="1917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09989" y="97618"/>
              <a:ext cx="32120" cy="23583"/>
            </a:xfrm>
            <a:custGeom>
              <a:avLst/>
              <a:gdLst/>
              <a:ahLst/>
              <a:cxnLst/>
              <a:rect r="r" b="b" t="t" l="l"/>
              <a:pathLst>
                <a:path h="23583" w="32120">
                  <a:moveTo>
                    <a:pt x="25776" y="18459"/>
                  </a:moveTo>
                  <a:lnTo>
                    <a:pt x="12568" y="23031"/>
                  </a:lnTo>
                  <a:cubicBezTo>
                    <a:pt x="7615" y="24809"/>
                    <a:pt x="2154" y="22142"/>
                    <a:pt x="502" y="17189"/>
                  </a:cubicBezTo>
                  <a:cubicBezTo>
                    <a:pt x="-1149" y="12236"/>
                    <a:pt x="1391" y="6775"/>
                    <a:pt x="6345" y="5124"/>
                  </a:cubicBezTo>
                  <a:lnTo>
                    <a:pt x="19553" y="552"/>
                  </a:lnTo>
                  <a:cubicBezTo>
                    <a:pt x="24506" y="-1226"/>
                    <a:pt x="29967" y="1441"/>
                    <a:pt x="31618" y="6394"/>
                  </a:cubicBezTo>
                  <a:cubicBezTo>
                    <a:pt x="33269" y="11347"/>
                    <a:pt x="30729" y="16808"/>
                    <a:pt x="25776" y="1845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65001" y="365179"/>
              <a:ext cx="57780" cy="25902"/>
            </a:xfrm>
            <a:custGeom>
              <a:avLst/>
              <a:gdLst/>
              <a:ahLst/>
              <a:cxnLst/>
              <a:rect r="r" b="b" t="t" l="l"/>
              <a:pathLst>
                <a:path h="25902" w="57780">
                  <a:moveTo>
                    <a:pt x="49455" y="18992"/>
                  </a:moveTo>
                  <a:cubicBezTo>
                    <a:pt x="44121" y="19627"/>
                    <a:pt x="31548" y="21786"/>
                    <a:pt x="11355" y="25723"/>
                  </a:cubicBezTo>
                  <a:cubicBezTo>
                    <a:pt x="6148" y="26739"/>
                    <a:pt x="1195" y="23310"/>
                    <a:pt x="179" y="18230"/>
                  </a:cubicBezTo>
                  <a:cubicBezTo>
                    <a:pt x="-837" y="13150"/>
                    <a:pt x="2592" y="8070"/>
                    <a:pt x="7672" y="7054"/>
                  </a:cubicBezTo>
                  <a:cubicBezTo>
                    <a:pt x="27738" y="3117"/>
                    <a:pt x="40946" y="831"/>
                    <a:pt x="47169" y="69"/>
                  </a:cubicBezTo>
                  <a:cubicBezTo>
                    <a:pt x="52376" y="-566"/>
                    <a:pt x="57075" y="3244"/>
                    <a:pt x="57710" y="8451"/>
                  </a:cubicBezTo>
                  <a:cubicBezTo>
                    <a:pt x="58345" y="13658"/>
                    <a:pt x="54535" y="18357"/>
                    <a:pt x="49328" y="1899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3334" y="375352"/>
              <a:ext cx="57083" cy="24316"/>
            </a:xfrm>
            <a:custGeom>
              <a:avLst/>
              <a:gdLst/>
              <a:ahLst/>
              <a:cxnLst/>
              <a:rect r="r" b="b" t="t" l="l"/>
              <a:pathLst>
                <a:path h="24316" w="57083">
                  <a:moveTo>
                    <a:pt x="47301" y="24313"/>
                  </a:moveTo>
                  <a:cubicBezTo>
                    <a:pt x="38284" y="24059"/>
                    <a:pt x="24949" y="22154"/>
                    <a:pt x="7677" y="18852"/>
                  </a:cubicBezTo>
                  <a:cubicBezTo>
                    <a:pt x="2470" y="17836"/>
                    <a:pt x="-833" y="12883"/>
                    <a:pt x="183" y="7676"/>
                  </a:cubicBezTo>
                  <a:cubicBezTo>
                    <a:pt x="1199" y="2469"/>
                    <a:pt x="6153" y="-833"/>
                    <a:pt x="11360" y="183"/>
                  </a:cubicBezTo>
                  <a:cubicBezTo>
                    <a:pt x="28505" y="3485"/>
                    <a:pt x="40570" y="5136"/>
                    <a:pt x="47809" y="5263"/>
                  </a:cubicBezTo>
                  <a:cubicBezTo>
                    <a:pt x="53016" y="5390"/>
                    <a:pt x="57207" y="9708"/>
                    <a:pt x="57080" y="15042"/>
                  </a:cubicBezTo>
                  <a:cubicBezTo>
                    <a:pt x="56953" y="20376"/>
                    <a:pt x="52635" y="24440"/>
                    <a:pt x="47301" y="2431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28296" y="365018"/>
              <a:ext cx="25098" cy="19890"/>
            </a:xfrm>
            <a:custGeom>
              <a:avLst/>
              <a:gdLst/>
              <a:ahLst/>
              <a:cxnLst/>
              <a:rect r="r" b="b" t="t" l="l"/>
              <a:pathLst>
                <a:path h="19890" w="25098">
                  <a:moveTo>
                    <a:pt x="14200" y="19788"/>
                  </a:moveTo>
                  <a:lnTo>
                    <a:pt x="8104" y="18899"/>
                  </a:lnTo>
                  <a:cubicBezTo>
                    <a:pt x="2897" y="18137"/>
                    <a:pt x="-659" y="13311"/>
                    <a:pt x="103" y="8104"/>
                  </a:cubicBezTo>
                  <a:cubicBezTo>
                    <a:pt x="865" y="2897"/>
                    <a:pt x="5691" y="-659"/>
                    <a:pt x="10898" y="103"/>
                  </a:cubicBezTo>
                  <a:lnTo>
                    <a:pt x="16994" y="992"/>
                  </a:lnTo>
                  <a:cubicBezTo>
                    <a:pt x="22201" y="1754"/>
                    <a:pt x="25757" y="6580"/>
                    <a:pt x="24995" y="11787"/>
                  </a:cubicBezTo>
                  <a:cubicBezTo>
                    <a:pt x="24233" y="16994"/>
                    <a:pt x="19407" y="20550"/>
                    <a:pt x="14200" y="1978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4065" y="303075"/>
              <a:ext cx="114698" cy="103392"/>
            </a:xfrm>
            <a:custGeom>
              <a:avLst/>
              <a:gdLst/>
              <a:ahLst/>
              <a:cxnLst/>
              <a:rect r="r" b="b" t="t" l="l"/>
              <a:pathLst>
                <a:path h="103392" w="114698">
                  <a:moveTo>
                    <a:pt x="106371" y="18867"/>
                  </a:moveTo>
                  <a:cubicBezTo>
                    <a:pt x="102053" y="19375"/>
                    <a:pt x="95449" y="21026"/>
                    <a:pt x="79066" y="26360"/>
                  </a:cubicBezTo>
                  <a:lnTo>
                    <a:pt x="76145" y="17343"/>
                  </a:lnTo>
                  <a:lnTo>
                    <a:pt x="79574" y="26233"/>
                  </a:lnTo>
                  <a:cubicBezTo>
                    <a:pt x="68906" y="30424"/>
                    <a:pt x="61794" y="33853"/>
                    <a:pt x="56333" y="36900"/>
                  </a:cubicBezTo>
                  <a:lnTo>
                    <a:pt x="51634" y="28646"/>
                  </a:lnTo>
                  <a:lnTo>
                    <a:pt x="56968" y="36519"/>
                  </a:lnTo>
                  <a:cubicBezTo>
                    <a:pt x="50237" y="41091"/>
                    <a:pt x="43505" y="46425"/>
                    <a:pt x="37790" y="51759"/>
                  </a:cubicBezTo>
                  <a:lnTo>
                    <a:pt x="31313" y="44774"/>
                  </a:lnTo>
                  <a:lnTo>
                    <a:pt x="38425" y="51124"/>
                  </a:lnTo>
                  <a:cubicBezTo>
                    <a:pt x="33599" y="56585"/>
                    <a:pt x="29154" y="62554"/>
                    <a:pt x="24836" y="69793"/>
                  </a:cubicBezTo>
                  <a:lnTo>
                    <a:pt x="16708" y="64967"/>
                  </a:lnTo>
                  <a:lnTo>
                    <a:pt x="25471" y="68777"/>
                  </a:lnTo>
                  <a:cubicBezTo>
                    <a:pt x="23058" y="74111"/>
                    <a:pt x="21407" y="79445"/>
                    <a:pt x="19629" y="88208"/>
                  </a:cubicBezTo>
                  <a:lnTo>
                    <a:pt x="10358" y="86303"/>
                  </a:lnTo>
                  <a:lnTo>
                    <a:pt x="19756" y="87446"/>
                  </a:lnTo>
                  <a:lnTo>
                    <a:pt x="18867" y="95066"/>
                  </a:lnTo>
                  <a:cubicBezTo>
                    <a:pt x="18232" y="100273"/>
                    <a:pt x="13533" y="103956"/>
                    <a:pt x="8326" y="103321"/>
                  </a:cubicBezTo>
                  <a:cubicBezTo>
                    <a:pt x="3119" y="102686"/>
                    <a:pt x="-564" y="97987"/>
                    <a:pt x="71" y="92780"/>
                  </a:cubicBezTo>
                  <a:lnTo>
                    <a:pt x="960" y="85160"/>
                  </a:lnTo>
                  <a:cubicBezTo>
                    <a:pt x="960" y="84906"/>
                    <a:pt x="1087" y="84652"/>
                    <a:pt x="1087" y="84398"/>
                  </a:cubicBezTo>
                  <a:cubicBezTo>
                    <a:pt x="3119" y="74492"/>
                    <a:pt x="5151" y="67888"/>
                    <a:pt x="8199" y="61030"/>
                  </a:cubicBezTo>
                  <a:cubicBezTo>
                    <a:pt x="8326" y="60649"/>
                    <a:pt x="8580" y="60268"/>
                    <a:pt x="8707" y="60014"/>
                  </a:cubicBezTo>
                  <a:cubicBezTo>
                    <a:pt x="13660" y="51759"/>
                    <a:pt x="18867" y="44774"/>
                    <a:pt x="24328" y="38424"/>
                  </a:cubicBezTo>
                  <a:cubicBezTo>
                    <a:pt x="24582" y="38170"/>
                    <a:pt x="24709" y="37916"/>
                    <a:pt x="24963" y="37789"/>
                  </a:cubicBezTo>
                  <a:cubicBezTo>
                    <a:pt x="31440" y="31694"/>
                    <a:pt x="38933" y="25852"/>
                    <a:pt x="46426" y="20645"/>
                  </a:cubicBezTo>
                  <a:cubicBezTo>
                    <a:pt x="46681" y="20518"/>
                    <a:pt x="46807" y="20391"/>
                    <a:pt x="47062" y="20264"/>
                  </a:cubicBezTo>
                  <a:cubicBezTo>
                    <a:pt x="53539" y="16581"/>
                    <a:pt x="61540" y="12771"/>
                    <a:pt x="72716" y="8453"/>
                  </a:cubicBezTo>
                  <a:cubicBezTo>
                    <a:pt x="72843" y="8326"/>
                    <a:pt x="73097" y="8326"/>
                    <a:pt x="73224" y="8326"/>
                  </a:cubicBezTo>
                  <a:cubicBezTo>
                    <a:pt x="89480" y="2992"/>
                    <a:pt x="97735" y="833"/>
                    <a:pt x="104085" y="71"/>
                  </a:cubicBezTo>
                  <a:cubicBezTo>
                    <a:pt x="109292" y="-564"/>
                    <a:pt x="113991" y="3119"/>
                    <a:pt x="114626" y="8326"/>
                  </a:cubicBezTo>
                  <a:cubicBezTo>
                    <a:pt x="115261" y="13533"/>
                    <a:pt x="111578" y="18232"/>
                    <a:pt x="106371" y="1886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04169" y="391410"/>
              <a:ext cx="83472" cy="79247"/>
            </a:xfrm>
            <a:custGeom>
              <a:avLst/>
              <a:gdLst/>
              <a:ahLst/>
              <a:cxnLst/>
              <a:rect r="r" b="b" t="t" l="l"/>
              <a:pathLst>
                <a:path h="79247" w="83472">
                  <a:moveTo>
                    <a:pt x="9271" y="60197"/>
                  </a:moveTo>
                  <a:cubicBezTo>
                    <a:pt x="61088" y="59816"/>
                    <a:pt x="63120" y="58546"/>
                    <a:pt x="64136" y="58038"/>
                  </a:cubicBezTo>
                  <a:lnTo>
                    <a:pt x="68327" y="66547"/>
                  </a:lnTo>
                  <a:lnTo>
                    <a:pt x="62485" y="59054"/>
                  </a:lnTo>
                  <a:cubicBezTo>
                    <a:pt x="62739" y="58800"/>
                    <a:pt x="63374" y="58546"/>
                    <a:pt x="64644" y="55879"/>
                  </a:cubicBezTo>
                  <a:lnTo>
                    <a:pt x="73153" y="60070"/>
                  </a:lnTo>
                  <a:lnTo>
                    <a:pt x="63755" y="58546"/>
                  </a:lnTo>
                  <a:cubicBezTo>
                    <a:pt x="64136" y="55752"/>
                    <a:pt x="64390" y="40005"/>
                    <a:pt x="64390" y="9525"/>
                  </a:cubicBezTo>
                  <a:cubicBezTo>
                    <a:pt x="64390" y="4318"/>
                    <a:pt x="68581" y="0"/>
                    <a:pt x="73915" y="0"/>
                  </a:cubicBezTo>
                  <a:cubicBezTo>
                    <a:pt x="79249" y="0"/>
                    <a:pt x="83440" y="4191"/>
                    <a:pt x="83440" y="9525"/>
                  </a:cubicBezTo>
                  <a:cubicBezTo>
                    <a:pt x="83567" y="38862"/>
                    <a:pt x="83313" y="56768"/>
                    <a:pt x="82678" y="61467"/>
                  </a:cubicBezTo>
                  <a:cubicBezTo>
                    <a:pt x="82678" y="61594"/>
                    <a:pt x="82678" y="61594"/>
                    <a:pt x="82678" y="61721"/>
                  </a:cubicBezTo>
                  <a:cubicBezTo>
                    <a:pt x="82551" y="62610"/>
                    <a:pt x="82297" y="63499"/>
                    <a:pt x="81789" y="64388"/>
                  </a:cubicBezTo>
                  <a:cubicBezTo>
                    <a:pt x="79503" y="68960"/>
                    <a:pt x="77344" y="71754"/>
                    <a:pt x="74296" y="74167"/>
                  </a:cubicBezTo>
                  <a:cubicBezTo>
                    <a:pt x="73788" y="74548"/>
                    <a:pt x="73280" y="74929"/>
                    <a:pt x="72645" y="75183"/>
                  </a:cubicBezTo>
                  <a:cubicBezTo>
                    <a:pt x="66549" y="78104"/>
                    <a:pt x="58294" y="78993"/>
                    <a:pt x="9525" y="79247"/>
                  </a:cubicBezTo>
                  <a:cubicBezTo>
                    <a:pt x="4318" y="79247"/>
                    <a:pt x="0" y="75056"/>
                    <a:pt x="0" y="69849"/>
                  </a:cubicBezTo>
                  <a:cubicBezTo>
                    <a:pt x="0" y="64642"/>
                    <a:pt x="4191" y="60324"/>
                    <a:pt x="9398" y="6032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5765" y="168433"/>
              <a:ext cx="25253" cy="75899"/>
            </a:xfrm>
            <a:custGeom>
              <a:avLst/>
              <a:gdLst/>
              <a:ahLst/>
              <a:cxnLst/>
              <a:rect r="r" b="b" t="t" l="l"/>
              <a:pathLst>
                <a:path h="75899" w="25253">
                  <a:moveTo>
                    <a:pt x="3429" y="68674"/>
                  </a:moveTo>
                  <a:cubicBezTo>
                    <a:pt x="1778" y="62070"/>
                    <a:pt x="635" y="54704"/>
                    <a:pt x="0" y="41115"/>
                  </a:cubicBezTo>
                  <a:cubicBezTo>
                    <a:pt x="0" y="40607"/>
                    <a:pt x="0" y="40099"/>
                    <a:pt x="0" y="39464"/>
                  </a:cubicBezTo>
                  <a:cubicBezTo>
                    <a:pt x="2032" y="21938"/>
                    <a:pt x="3175" y="17112"/>
                    <a:pt x="6604" y="6571"/>
                  </a:cubicBezTo>
                  <a:cubicBezTo>
                    <a:pt x="8255" y="1618"/>
                    <a:pt x="13589" y="-1176"/>
                    <a:pt x="18669" y="475"/>
                  </a:cubicBezTo>
                  <a:cubicBezTo>
                    <a:pt x="23749" y="2126"/>
                    <a:pt x="26416" y="7460"/>
                    <a:pt x="24765" y="12540"/>
                  </a:cubicBezTo>
                  <a:cubicBezTo>
                    <a:pt x="21844" y="21557"/>
                    <a:pt x="20828" y="25113"/>
                    <a:pt x="18923" y="41750"/>
                  </a:cubicBezTo>
                  <a:lnTo>
                    <a:pt x="9525" y="40607"/>
                  </a:lnTo>
                  <a:lnTo>
                    <a:pt x="19050" y="40099"/>
                  </a:lnTo>
                  <a:cubicBezTo>
                    <a:pt x="19685" y="52926"/>
                    <a:pt x="20701" y="59022"/>
                    <a:pt x="21971" y="64229"/>
                  </a:cubicBezTo>
                  <a:cubicBezTo>
                    <a:pt x="23241" y="69436"/>
                    <a:pt x="20066" y="74515"/>
                    <a:pt x="14986" y="75658"/>
                  </a:cubicBezTo>
                  <a:cubicBezTo>
                    <a:pt x="9906" y="76801"/>
                    <a:pt x="4699" y="73754"/>
                    <a:pt x="3556" y="6867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461" y="387448"/>
              <a:ext cx="33420" cy="82807"/>
            </a:xfrm>
            <a:custGeom>
              <a:avLst/>
              <a:gdLst/>
              <a:ahLst/>
              <a:cxnLst/>
              <a:rect r="r" b="b" t="t" l="l"/>
              <a:pathLst>
                <a:path h="82807" w="33420">
                  <a:moveTo>
                    <a:pt x="19344" y="10185"/>
                  </a:moveTo>
                  <a:cubicBezTo>
                    <a:pt x="18963" y="16535"/>
                    <a:pt x="18963" y="42951"/>
                    <a:pt x="19217" y="56412"/>
                  </a:cubicBezTo>
                  <a:lnTo>
                    <a:pt x="9692" y="56539"/>
                  </a:lnTo>
                  <a:lnTo>
                    <a:pt x="19090" y="55523"/>
                  </a:lnTo>
                  <a:cubicBezTo>
                    <a:pt x="19725" y="62000"/>
                    <a:pt x="20360" y="63016"/>
                    <a:pt x="20614" y="63651"/>
                  </a:cubicBezTo>
                  <a:lnTo>
                    <a:pt x="12105" y="67842"/>
                  </a:lnTo>
                  <a:lnTo>
                    <a:pt x="18963" y="61365"/>
                  </a:lnTo>
                  <a:cubicBezTo>
                    <a:pt x="19598" y="62000"/>
                    <a:pt x="21249" y="63270"/>
                    <a:pt x="25440" y="63905"/>
                  </a:cubicBezTo>
                  <a:cubicBezTo>
                    <a:pt x="30647" y="64794"/>
                    <a:pt x="34076" y="69620"/>
                    <a:pt x="33314" y="74827"/>
                  </a:cubicBezTo>
                  <a:cubicBezTo>
                    <a:pt x="32552" y="80034"/>
                    <a:pt x="27599" y="83463"/>
                    <a:pt x="22392" y="82701"/>
                  </a:cubicBezTo>
                  <a:cubicBezTo>
                    <a:pt x="15661" y="81558"/>
                    <a:pt x="9565" y="79145"/>
                    <a:pt x="5247" y="74446"/>
                  </a:cubicBezTo>
                  <a:cubicBezTo>
                    <a:pt x="4612" y="73811"/>
                    <a:pt x="4104" y="73049"/>
                    <a:pt x="3596" y="72160"/>
                  </a:cubicBezTo>
                  <a:cubicBezTo>
                    <a:pt x="1691" y="68223"/>
                    <a:pt x="929" y="64286"/>
                    <a:pt x="167" y="57555"/>
                  </a:cubicBezTo>
                  <a:cubicBezTo>
                    <a:pt x="167" y="57301"/>
                    <a:pt x="167" y="57047"/>
                    <a:pt x="167" y="56666"/>
                  </a:cubicBezTo>
                  <a:cubicBezTo>
                    <a:pt x="-87" y="43332"/>
                    <a:pt x="-87" y="16027"/>
                    <a:pt x="421" y="8915"/>
                  </a:cubicBezTo>
                  <a:cubicBezTo>
                    <a:pt x="802" y="3708"/>
                    <a:pt x="5247" y="-356"/>
                    <a:pt x="10454" y="25"/>
                  </a:cubicBezTo>
                  <a:cubicBezTo>
                    <a:pt x="15661" y="406"/>
                    <a:pt x="19725" y="4851"/>
                    <a:pt x="19344" y="1005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6576" y="451342"/>
              <a:ext cx="30630" cy="19707"/>
            </a:xfrm>
            <a:custGeom>
              <a:avLst/>
              <a:gdLst/>
              <a:ahLst/>
              <a:cxnLst/>
              <a:rect r="r" b="b" t="t" l="l"/>
              <a:pathLst>
                <a:path h="19707" w="30630">
                  <a:moveTo>
                    <a:pt x="10045" y="11"/>
                  </a:moveTo>
                  <a:lnTo>
                    <a:pt x="21602" y="646"/>
                  </a:lnTo>
                  <a:cubicBezTo>
                    <a:pt x="26809" y="900"/>
                    <a:pt x="30873" y="5472"/>
                    <a:pt x="30619" y="10679"/>
                  </a:cubicBezTo>
                  <a:cubicBezTo>
                    <a:pt x="30365" y="15886"/>
                    <a:pt x="25793" y="19950"/>
                    <a:pt x="20586" y="19696"/>
                  </a:cubicBezTo>
                  <a:lnTo>
                    <a:pt x="9029" y="19061"/>
                  </a:lnTo>
                  <a:cubicBezTo>
                    <a:pt x="3822" y="18807"/>
                    <a:pt x="-242" y="14235"/>
                    <a:pt x="12" y="9028"/>
                  </a:cubicBezTo>
                  <a:cubicBezTo>
                    <a:pt x="266" y="3821"/>
                    <a:pt x="4838" y="-243"/>
                    <a:pt x="10045" y="1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1588" y="302950"/>
              <a:ext cx="116066" cy="107282"/>
            </a:xfrm>
            <a:custGeom>
              <a:avLst/>
              <a:gdLst/>
              <a:ahLst/>
              <a:cxnLst/>
              <a:rect r="r" b="b" t="t" l="l"/>
              <a:pathLst>
                <a:path h="107282" w="116066">
                  <a:moveTo>
                    <a:pt x="96971" y="98747"/>
                  </a:moveTo>
                  <a:cubicBezTo>
                    <a:pt x="96082" y="89222"/>
                    <a:pt x="94939" y="83126"/>
                    <a:pt x="92653" y="75379"/>
                  </a:cubicBezTo>
                  <a:lnTo>
                    <a:pt x="101797" y="72712"/>
                  </a:lnTo>
                  <a:lnTo>
                    <a:pt x="93034" y="76395"/>
                  </a:lnTo>
                  <a:cubicBezTo>
                    <a:pt x="90494" y="70299"/>
                    <a:pt x="87192" y="64203"/>
                    <a:pt x="82874" y="57980"/>
                  </a:cubicBezTo>
                  <a:lnTo>
                    <a:pt x="90748" y="52519"/>
                  </a:lnTo>
                  <a:lnTo>
                    <a:pt x="83382" y="58615"/>
                  </a:lnTo>
                  <a:cubicBezTo>
                    <a:pt x="78302" y="52392"/>
                    <a:pt x="73857" y="48201"/>
                    <a:pt x="67634" y="43121"/>
                  </a:cubicBezTo>
                  <a:lnTo>
                    <a:pt x="73603" y="35755"/>
                  </a:lnTo>
                  <a:lnTo>
                    <a:pt x="68142" y="43502"/>
                  </a:lnTo>
                  <a:cubicBezTo>
                    <a:pt x="60140" y="37914"/>
                    <a:pt x="52139" y="33216"/>
                    <a:pt x="45916" y="30168"/>
                  </a:cubicBezTo>
                  <a:lnTo>
                    <a:pt x="50107" y="21659"/>
                  </a:lnTo>
                  <a:lnTo>
                    <a:pt x="46551" y="30422"/>
                  </a:lnTo>
                  <a:cubicBezTo>
                    <a:pt x="35248" y="25850"/>
                    <a:pt x="20516" y="21151"/>
                    <a:pt x="14293" y="19627"/>
                  </a:cubicBezTo>
                  <a:lnTo>
                    <a:pt x="16579" y="10356"/>
                  </a:lnTo>
                  <a:lnTo>
                    <a:pt x="15563" y="19754"/>
                  </a:lnTo>
                  <a:lnTo>
                    <a:pt x="8451" y="18992"/>
                  </a:lnTo>
                  <a:cubicBezTo>
                    <a:pt x="3244" y="18357"/>
                    <a:pt x="-566" y="13658"/>
                    <a:pt x="69" y="8451"/>
                  </a:cubicBezTo>
                  <a:cubicBezTo>
                    <a:pt x="704" y="3244"/>
                    <a:pt x="5403" y="-566"/>
                    <a:pt x="10610" y="69"/>
                  </a:cubicBezTo>
                  <a:lnTo>
                    <a:pt x="17722" y="831"/>
                  </a:lnTo>
                  <a:cubicBezTo>
                    <a:pt x="18103" y="831"/>
                    <a:pt x="18484" y="958"/>
                    <a:pt x="18992" y="1085"/>
                  </a:cubicBezTo>
                  <a:cubicBezTo>
                    <a:pt x="26104" y="2863"/>
                    <a:pt x="41725" y="7816"/>
                    <a:pt x="53790" y="12642"/>
                  </a:cubicBezTo>
                  <a:cubicBezTo>
                    <a:pt x="54044" y="12769"/>
                    <a:pt x="54298" y="12896"/>
                    <a:pt x="54425" y="12896"/>
                  </a:cubicBezTo>
                  <a:cubicBezTo>
                    <a:pt x="61665" y="16452"/>
                    <a:pt x="70428" y="21659"/>
                    <a:pt x="79064" y="27755"/>
                  </a:cubicBezTo>
                  <a:cubicBezTo>
                    <a:pt x="79191" y="27882"/>
                    <a:pt x="79445" y="28009"/>
                    <a:pt x="79572" y="28136"/>
                  </a:cubicBezTo>
                  <a:cubicBezTo>
                    <a:pt x="86811" y="33977"/>
                    <a:pt x="92145" y="39184"/>
                    <a:pt x="98114" y="46296"/>
                  </a:cubicBezTo>
                  <a:cubicBezTo>
                    <a:pt x="98241" y="46550"/>
                    <a:pt x="98495" y="46677"/>
                    <a:pt x="98622" y="46931"/>
                  </a:cubicBezTo>
                  <a:cubicBezTo>
                    <a:pt x="103702" y="54297"/>
                    <a:pt x="107639" y="61536"/>
                    <a:pt x="110687" y="68902"/>
                  </a:cubicBezTo>
                  <a:cubicBezTo>
                    <a:pt x="110814" y="69283"/>
                    <a:pt x="110941" y="69537"/>
                    <a:pt x="111068" y="69918"/>
                  </a:cubicBezTo>
                  <a:cubicBezTo>
                    <a:pt x="113735" y="78935"/>
                    <a:pt x="115132" y="86301"/>
                    <a:pt x="116021" y="96969"/>
                  </a:cubicBezTo>
                  <a:cubicBezTo>
                    <a:pt x="116529" y="102176"/>
                    <a:pt x="112592" y="106875"/>
                    <a:pt x="107385" y="107256"/>
                  </a:cubicBezTo>
                  <a:cubicBezTo>
                    <a:pt x="102178" y="107637"/>
                    <a:pt x="97479" y="103827"/>
                    <a:pt x="97098" y="9862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38779" y="168703"/>
              <a:ext cx="176586" cy="132629"/>
            </a:xfrm>
            <a:custGeom>
              <a:avLst/>
              <a:gdLst/>
              <a:ahLst/>
              <a:cxnLst/>
              <a:rect r="r" b="b" t="t" l="l"/>
              <a:pathLst>
                <a:path h="132629" w="176586">
                  <a:moveTo>
                    <a:pt x="168565" y="5412"/>
                  </a:moveTo>
                  <a:cubicBezTo>
                    <a:pt x="171105" y="11000"/>
                    <a:pt x="173010" y="16842"/>
                    <a:pt x="174407" y="22811"/>
                  </a:cubicBezTo>
                  <a:lnTo>
                    <a:pt x="165136" y="24843"/>
                  </a:lnTo>
                  <a:lnTo>
                    <a:pt x="174407" y="22811"/>
                  </a:lnTo>
                  <a:cubicBezTo>
                    <a:pt x="175804" y="28780"/>
                    <a:pt x="176439" y="34876"/>
                    <a:pt x="176566" y="41099"/>
                  </a:cubicBezTo>
                  <a:lnTo>
                    <a:pt x="167041" y="41226"/>
                  </a:lnTo>
                  <a:lnTo>
                    <a:pt x="176566" y="41099"/>
                  </a:lnTo>
                  <a:cubicBezTo>
                    <a:pt x="176693" y="47195"/>
                    <a:pt x="176185" y="53291"/>
                    <a:pt x="175042" y="59387"/>
                  </a:cubicBezTo>
                  <a:cubicBezTo>
                    <a:pt x="173899" y="65356"/>
                    <a:pt x="172121" y="71325"/>
                    <a:pt x="169835" y="76912"/>
                  </a:cubicBezTo>
                  <a:cubicBezTo>
                    <a:pt x="167422" y="82627"/>
                    <a:pt x="164628" y="87961"/>
                    <a:pt x="161072" y="93041"/>
                  </a:cubicBezTo>
                  <a:lnTo>
                    <a:pt x="153198" y="87707"/>
                  </a:lnTo>
                  <a:lnTo>
                    <a:pt x="161072" y="93041"/>
                  </a:lnTo>
                  <a:cubicBezTo>
                    <a:pt x="157643" y="98121"/>
                    <a:pt x="153706" y="102820"/>
                    <a:pt x="149261" y="107138"/>
                  </a:cubicBezTo>
                  <a:cubicBezTo>
                    <a:pt x="144816" y="111456"/>
                    <a:pt x="139990" y="115266"/>
                    <a:pt x="134783" y="118568"/>
                  </a:cubicBezTo>
                  <a:lnTo>
                    <a:pt x="129703" y="110567"/>
                  </a:lnTo>
                  <a:lnTo>
                    <a:pt x="134783" y="118568"/>
                  </a:lnTo>
                  <a:cubicBezTo>
                    <a:pt x="129576" y="121870"/>
                    <a:pt x="124115" y="124664"/>
                    <a:pt x="118399" y="126823"/>
                  </a:cubicBezTo>
                  <a:cubicBezTo>
                    <a:pt x="112684" y="128982"/>
                    <a:pt x="106715" y="130506"/>
                    <a:pt x="100619" y="131522"/>
                  </a:cubicBezTo>
                  <a:lnTo>
                    <a:pt x="99095" y="122124"/>
                  </a:lnTo>
                  <a:lnTo>
                    <a:pt x="100619" y="131522"/>
                  </a:lnTo>
                  <a:cubicBezTo>
                    <a:pt x="94523" y="132538"/>
                    <a:pt x="88427" y="132792"/>
                    <a:pt x="82331" y="132538"/>
                  </a:cubicBezTo>
                  <a:cubicBezTo>
                    <a:pt x="76235" y="132284"/>
                    <a:pt x="70139" y="131395"/>
                    <a:pt x="64170" y="129871"/>
                  </a:cubicBezTo>
                  <a:cubicBezTo>
                    <a:pt x="58201" y="128347"/>
                    <a:pt x="52486" y="126188"/>
                    <a:pt x="46898" y="123521"/>
                  </a:cubicBezTo>
                  <a:lnTo>
                    <a:pt x="51089" y="115012"/>
                  </a:lnTo>
                  <a:lnTo>
                    <a:pt x="46898" y="123521"/>
                  </a:lnTo>
                  <a:cubicBezTo>
                    <a:pt x="41309" y="120854"/>
                    <a:pt x="36102" y="117552"/>
                    <a:pt x="31276" y="113742"/>
                  </a:cubicBezTo>
                  <a:lnTo>
                    <a:pt x="37118" y="106249"/>
                  </a:lnTo>
                  <a:lnTo>
                    <a:pt x="31276" y="113742"/>
                  </a:lnTo>
                  <a:cubicBezTo>
                    <a:pt x="26450" y="109932"/>
                    <a:pt x="22005" y="105741"/>
                    <a:pt x="17941" y="101042"/>
                  </a:cubicBezTo>
                  <a:cubicBezTo>
                    <a:pt x="14004" y="96343"/>
                    <a:pt x="10448" y="91263"/>
                    <a:pt x="7527" y="85929"/>
                  </a:cubicBezTo>
                  <a:lnTo>
                    <a:pt x="15909" y="81357"/>
                  </a:lnTo>
                  <a:lnTo>
                    <a:pt x="7527" y="85929"/>
                  </a:lnTo>
                  <a:cubicBezTo>
                    <a:pt x="4606" y="80595"/>
                    <a:pt x="2193" y="74880"/>
                    <a:pt x="415" y="69039"/>
                  </a:cubicBezTo>
                  <a:cubicBezTo>
                    <a:pt x="-1109" y="63959"/>
                    <a:pt x="1685" y="58752"/>
                    <a:pt x="6765" y="57101"/>
                  </a:cubicBezTo>
                  <a:cubicBezTo>
                    <a:pt x="11845" y="55450"/>
                    <a:pt x="17052" y="58371"/>
                    <a:pt x="18703" y="63451"/>
                  </a:cubicBezTo>
                  <a:cubicBezTo>
                    <a:pt x="20100" y="68023"/>
                    <a:pt x="22005" y="72468"/>
                    <a:pt x="24291" y="76785"/>
                  </a:cubicBezTo>
                  <a:cubicBezTo>
                    <a:pt x="26577" y="81103"/>
                    <a:pt x="29371" y="85040"/>
                    <a:pt x="32546" y="88723"/>
                  </a:cubicBezTo>
                  <a:lnTo>
                    <a:pt x="25307" y="94946"/>
                  </a:lnTo>
                  <a:lnTo>
                    <a:pt x="32546" y="88723"/>
                  </a:lnTo>
                  <a:cubicBezTo>
                    <a:pt x="35721" y="92406"/>
                    <a:pt x="39150" y="95708"/>
                    <a:pt x="43087" y="98756"/>
                  </a:cubicBezTo>
                  <a:cubicBezTo>
                    <a:pt x="46898" y="101677"/>
                    <a:pt x="50962" y="104217"/>
                    <a:pt x="55407" y="106376"/>
                  </a:cubicBezTo>
                  <a:cubicBezTo>
                    <a:pt x="59725" y="108535"/>
                    <a:pt x="64297" y="110186"/>
                    <a:pt x="68996" y="111329"/>
                  </a:cubicBezTo>
                  <a:lnTo>
                    <a:pt x="66583" y="120473"/>
                  </a:lnTo>
                  <a:lnTo>
                    <a:pt x="68996" y="111202"/>
                  </a:lnTo>
                  <a:cubicBezTo>
                    <a:pt x="73695" y="112472"/>
                    <a:pt x="78521" y="113107"/>
                    <a:pt x="83347" y="113361"/>
                  </a:cubicBezTo>
                  <a:lnTo>
                    <a:pt x="82966" y="122886"/>
                  </a:lnTo>
                  <a:lnTo>
                    <a:pt x="83347" y="113361"/>
                  </a:lnTo>
                  <a:cubicBezTo>
                    <a:pt x="88173" y="113615"/>
                    <a:pt x="92999" y="113361"/>
                    <a:pt x="97825" y="112599"/>
                  </a:cubicBezTo>
                  <a:cubicBezTo>
                    <a:pt x="102651" y="111837"/>
                    <a:pt x="107223" y="110567"/>
                    <a:pt x="111795" y="108916"/>
                  </a:cubicBezTo>
                  <a:lnTo>
                    <a:pt x="115097" y="117806"/>
                  </a:lnTo>
                  <a:lnTo>
                    <a:pt x="111668" y="108916"/>
                  </a:lnTo>
                  <a:cubicBezTo>
                    <a:pt x="116240" y="107138"/>
                    <a:pt x="120559" y="104979"/>
                    <a:pt x="124623" y="102439"/>
                  </a:cubicBezTo>
                  <a:cubicBezTo>
                    <a:pt x="128687" y="99899"/>
                    <a:pt x="132497" y="96851"/>
                    <a:pt x="135926" y="93422"/>
                  </a:cubicBezTo>
                  <a:lnTo>
                    <a:pt x="142530" y="100280"/>
                  </a:lnTo>
                  <a:lnTo>
                    <a:pt x="135926" y="93422"/>
                  </a:lnTo>
                  <a:cubicBezTo>
                    <a:pt x="139355" y="89993"/>
                    <a:pt x="142530" y="86310"/>
                    <a:pt x="145197" y="82373"/>
                  </a:cubicBezTo>
                  <a:cubicBezTo>
                    <a:pt x="147864" y="78309"/>
                    <a:pt x="150150" y="74118"/>
                    <a:pt x="152055" y="69674"/>
                  </a:cubicBezTo>
                  <a:lnTo>
                    <a:pt x="160818" y="73356"/>
                  </a:lnTo>
                  <a:lnTo>
                    <a:pt x="152055" y="69801"/>
                  </a:lnTo>
                  <a:cubicBezTo>
                    <a:pt x="153960" y="65356"/>
                    <a:pt x="155230" y="60657"/>
                    <a:pt x="156246" y="55958"/>
                  </a:cubicBezTo>
                  <a:lnTo>
                    <a:pt x="165644" y="57736"/>
                  </a:lnTo>
                  <a:lnTo>
                    <a:pt x="156246" y="55958"/>
                  </a:lnTo>
                  <a:cubicBezTo>
                    <a:pt x="157135" y="51259"/>
                    <a:pt x="157516" y="46433"/>
                    <a:pt x="157516" y="41480"/>
                  </a:cubicBezTo>
                  <a:cubicBezTo>
                    <a:pt x="157389" y="36654"/>
                    <a:pt x="156881" y="31828"/>
                    <a:pt x="155738" y="27129"/>
                  </a:cubicBezTo>
                  <a:cubicBezTo>
                    <a:pt x="154722" y="22430"/>
                    <a:pt x="153198" y="17858"/>
                    <a:pt x="151166" y="13413"/>
                  </a:cubicBezTo>
                  <a:cubicBezTo>
                    <a:pt x="149007" y="8587"/>
                    <a:pt x="151166" y="2999"/>
                    <a:pt x="155865" y="840"/>
                  </a:cubicBezTo>
                  <a:cubicBezTo>
                    <a:pt x="160564" y="-1319"/>
                    <a:pt x="166279" y="840"/>
                    <a:pt x="168438" y="553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89310" y="119633"/>
              <a:ext cx="19685" cy="67690"/>
            </a:xfrm>
            <a:custGeom>
              <a:avLst/>
              <a:gdLst/>
              <a:ahLst/>
              <a:cxnLst/>
              <a:rect r="r" b="b" t="t" l="l"/>
              <a:pathLst>
                <a:path h="67690" w="19685">
                  <a:moveTo>
                    <a:pt x="19685" y="9652"/>
                  </a:moveTo>
                  <a:lnTo>
                    <a:pt x="19050" y="58292"/>
                  </a:lnTo>
                  <a:cubicBezTo>
                    <a:pt x="18923" y="63499"/>
                    <a:pt x="14605" y="67690"/>
                    <a:pt x="9398" y="67690"/>
                  </a:cubicBezTo>
                  <a:cubicBezTo>
                    <a:pt x="4191" y="67690"/>
                    <a:pt x="0" y="63245"/>
                    <a:pt x="0" y="58038"/>
                  </a:cubicBezTo>
                  <a:lnTo>
                    <a:pt x="635" y="9398"/>
                  </a:lnTo>
                  <a:cubicBezTo>
                    <a:pt x="762" y="4191"/>
                    <a:pt x="5080" y="0"/>
                    <a:pt x="10287" y="0"/>
                  </a:cubicBezTo>
                  <a:cubicBezTo>
                    <a:pt x="15494" y="0"/>
                    <a:pt x="19685" y="4445"/>
                    <a:pt x="19685" y="965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41988" y="119506"/>
              <a:ext cx="19685" cy="67944"/>
            </a:xfrm>
            <a:custGeom>
              <a:avLst/>
              <a:gdLst/>
              <a:ahLst/>
              <a:cxnLst/>
              <a:rect r="r" b="b" t="t" l="l"/>
              <a:pathLst>
                <a:path h="67944" w="19685">
                  <a:moveTo>
                    <a:pt x="0" y="58292"/>
                  </a:moveTo>
                  <a:lnTo>
                    <a:pt x="635" y="9398"/>
                  </a:lnTo>
                  <a:cubicBezTo>
                    <a:pt x="762" y="4191"/>
                    <a:pt x="4953" y="0"/>
                    <a:pt x="10287" y="0"/>
                  </a:cubicBezTo>
                  <a:cubicBezTo>
                    <a:pt x="15621" y="0"/>
                    <a:pt x="19685" y="4318"/>
                    <a:pt x="19685" y="9652"/>
                  </a:cubicBezTo>
                  <a:lnTo>
                    <a:pt x="19050" y="58546"/>
                  </a:lnTo>
                  <a:cubicBezTo>
                    <a:pt x="18923" y="63753"/>
                    <a:pt x="14732" y="67944"/>
                    <a:pt x="9398" y="67944"/>
                  </a:cubicBezTo>
                  <a:cubicBezTo>
                    <a:pt x="4064" y="67944"/>
                    <a:pt x="0" y="63626"/>
                    <a:pt x="0" y="5829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27664" y="113156"/>
              <a:ext cx="19177" cy="87248"/>
            </a:xfrm>
            <a:custGeom>
              <a:avLst/>
              <a:gdLst/>
              <a:ahLst/>
              <a:cxnLst/>
              <a:rect r="r" b="b" t="t" l="l"/>
              <a:pathLst>
                <a:path h="87248" w="19177">
                  <a:moveTo>
                    <a:pt x="0" y="77723"/>
                  </a:moveTo>
                  <a:lnTo>
                    <a:pt x="127" y="9525"/>
                  </a:lnTo>
                  <a:cubicBezTo>
                    <a:pt x="127" y="4318"/>
                    <a:pt x="4446" y="0"/>
                    <a:pt x="9653" y="0"/>
                  </a:cubicBezTo>
                  <a:cubicBezTo>
                    <a:pt x="14860" y="0"/>
                    <a:pt x="19178" y="4318"/>
                    <a:pt x="19178" y="9525"/>
                  </a:cubicBezTo>
                  <a:lnTo>
                    <a:pt x="19051" y="77723"/>
                  </a:lnTo>
                  <a:cubicBezTo>
                    <a:pt x="19051" y="82930"/>
                    <a:pt x="14733" y="87248"/>
                    <a:pt x="9526" y="87248"/>
                  </a:cubicBezTo>
                  <a:cubicBezTo>
                    <a:pt x="4318" y="87248"/>
                    <a:pt x="0" y="82930"/>
                    <a:pt x="0" y="7772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24396" y="103077"/>
              <a:ext cx="22413" cy="29175"/>
            </a:xfrm>
            <a:custGeom>
              <a:avLst/>
              <a:gdLst/>
              <a:ahLst/>
              <a:cxnLst/>
              <a:rect r="r" b="b" t="t" l="l"/>
              <a:pathLst>
                <a:path h="29175" w="22413">
                  <a:moveTo>
                    <a:pt x="3776" y="22525"/>
                  </a:moveTo>
                  <a:lnTo>
                    <a:pt x="474" y="12365"/>
                  </a:lnTo>
                  <a:cubicBezTo>
                    <a:pt x="-1177" y="7412"/>
                    <a:pt x="1617" y="1951"/>
                    <a:pt x="6697" y="427"/>
                  </a:cubicBezTo>
                  <a:cubicBezTo>
                    <a:pt x="11778" y="-1097"/>
                    <a:pt x="17112" y="1570"/>
                    <a:pt x="18636" y="6650"/>
                  </a:cubicBezTo>
                  <a:lnTo>
                    <a:pt x="21938" y="16810"/>
                  </a:lnTo>
                  <a:cubicBezTo>
                    <a:pt x="23589" y="21763"/>
                    <a:pt x="20795" y="27224"/>
                    <a:pt x="15715" y="28748"/>
                  </a:cubicBezTo>
                  <a:cubicBezTo>
                    <a:pt x="10635" y="30272"/>
                    <a:pt x="5300" y="27605"/>
                    <a:pt x="3776" y="2252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19384" y="131369"/>
              <a:ext cx="59459" cy="34058"/>
            </a:xfrm>
            <a:custGeom>
              <a:avLst/>
              <a:gdLst/>
              <a:ahLst/>
              <a:cxnLst/>
              <a:rect r="r" b="b" t="t" l="l"/>
              <a:pathLst>
                <a:path h="34058" w="59459">
                  <a:moveTo>
                    <a:pt x="53289" y="18362"/>
                  </a:moveTo>
                  <a:lnTo>
                    <a:pt x="12775" y="33475"/>
                  </a:lnTo>
                  <a:cubicBezTo>
                    <a:pt x="7822" y="35253"/>
                    <a:pt x="2361" y="32840"/>
                    <a:pt x="583" y="27887"/>
                  </a:cubicBezTo>
                  <a:cubicBezTo>
                    <a:pt x="-1195" y="22934"/>
                    <a:pt x="1218" y="17473"/>
                    <a:pt x="6171" y="15695"/>
                  </a:cubicBezTo>
                  <a:lnTo>
                    <a:pt x="46685" y="583"/>
                  </a:lnTo>
                  <a:cubicBezTo>
                    <a:pt x="51638" y="-1195"/>
                    <a:pt x="57099" y="1218"/>
                    <a:pt x="58877" y="6171"/>
                  </a:cubicBezTo>
                  <a:cubicBezTo>
                    <a:pt x="60655" y="11124"/>
                    <a:pt x="58242" y="16584"/>
                    <a:pt x="53289" y="1836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03788" y="365248"/>
              <a:ext cx="19431" cy="128269"/>
            </a:xfrm>
            <a:custGeom>
              <a:avLst/>
              <a:gdLst/>
              <a:ahLst/>
              <a:cxnLst/>
              <a:rect r="r" b="b" t="t" l="l"/>
              <a:pathLst>
                <a:path h="128269" w="19431">
                  <a:moveTo>
                    <a:pt x="381" y="118744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431" y="118744"/>
                  </a:lnTo>
                  <a:cubicBezTo>
                    <a:pt x="19431" y="123951"/>
                    <a:pt x="15240" y="128269"/>
                    <a:pt x="9906" y="128269"/>
                  </a:cubicBezTo>
                  <a:cubicBezTo>
                    <a:pt x="4572" y="128269"/>
                    <a:pt x="381" y="124078"/>
                    <a:pt x="381" y="11874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15592" y="474411"/>
              <a:ext cx="107556" cy="36688"/>
            </a:xfrm>
            <a:custGeom>
              <a:avLst/>
              <a:gdLst/>
              <a:ahLst/>
              <a:cxnLst/>
              <a:rect r="r" b="b" t="t" l="l"/>
              <a:pathLst>
                <a:path h="36688" w="107556">
                  <a:moveTo>
                    <a:pt x="99880" y="18852"/>
                  </a:moveTo>
                  <a:lnTo>
                    <a:pt x="11360" y="36505"/>
                  </a:lnTo>
                  <a:cubicBezTo>
                    <a:pt x="6153" y="37521"/>
                    <a:pt x="1200" y="34219"/>
                    <a:pt x="184" y="29012"/>
                  </a:cubicBezTo>
                  <a:cubicBezTo>
                    <a:pt x="-832" y="23805"/>
                    <a:pt x="2470" y="18852"/>
                    <a:pt x="7677" y="17836"/>
                  </a:cubicBezTo>
                  <a:lnTo>
                    <a:pt x="96197" y="183"/>
                  </a:lnTo>
                  <a:cubicBezTo>
                    <a:pt x="101404" y="-833"/>
                    <a:pt x="106357" y="2469"/>
                    <a:pt x="107373" y="7676"/>
                  </a:cubicBezTo>
                  <a:cubicBezTo>
                    <a:pt x="108389" y="12883"/>
                    <a:pt x="105087" y="17836"/>
                    <a:pt x="99880" y="1885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21035" y="64074"/>
              <a:ext cx="76096" cy="40252"/>
            </a:xfrm>
            <a:custGeom>
              <a:avLst/>
              <a:gdLst/>
              <a:ahLst/>
              <a:cxnLst/>
              <a:rect r="r" b="b" t="t" l="l"/>
              <a:pathLst>
                <a:path h="40252" w="76096">
                  <a:moveTo>
                    <a:pt x="63322" y="39684"/>
                  </a:moveTo>
                  <a:lnTo>
                    <a:pt x="6171" y="18348"/>
                  </a:lnTo>
                  <a:cubicBezTo>
                    <a:pt x="1218" y="16570"/>
                    <a:pt x="-1195" y="10982"/>
                    <a:pt x="583" y="6156"/>
                  </a:cubicBezTo>
                  <a:cubicBezTo>
                    <a:pt x="2361" y="1330"/>
                    <a:pt x="7949" y="-1210"/>
                    <a:pt x="12775" y="568"/>
                  </a:cubicBezTo>
                  <a:lnTo>
                    <a:pt x="69926" y="21904"/>
                  </a:lnTo>
                  <a:cubicBezTo>
                    <a:pt x="74879" y="23682"/>
                    <a:pt x="77292" y="29270"/>
                    <a:pt x="75514" y="34096"/>
                  </a:cubicBezTo>
                  <a:cubicBezTo>
                    <a:pt x="73736" y="38922"/>
                    <a:pt x="68148" y="41462"/>
                    <a:pt x="63322" y="3968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15522" y="380615"/>
              <a:ext cx="19431" cy="130555"/>
            </a:xfrm>
            <a:custGeom>
              <a:avLst/>
              <a:gdLst/>
              <a:ahLst/>
              <a:cxnLst/>
              <a:rect r="r" b="b" t="t" l="l"/>
              <a:pathLst>
                <a:path h="130555" w="19431">
                  <a:moveTo>
                    <a:pt x="19431" y="9525"/>
                  </a:moveTo>
                  <a:lnTo>
                    <a:pt x="19050" y="121030"/>
                  </a:lnTo>
                  <a:cubicBezTo>
                    <a:pt x="19050" y="126237"/>
                    <a:pt x="14732" y="130555"/>
                    <a:pt x="9525" y="130555"/>
                  </a:cubicBezTo>
                  <a:cubicBezTo>
                    <a:pt x="4318" y="130555"/>
                    <a:pt x="0" y="126237"/>
                    <a:pt x="0" y="121030"/>
                  </a:cubicBezTo>
                  <a:lnTo>
                    <a:pt x="381" y="9525"/>
                  </a:lnTo>
                  <a:cubicBezTo>
                    <a:pt x="381" y="4318"/>
                    <a:pt x="4699" y="0"/>
                    <a:pt x="9906" y="0"/>
                  </a:cubicBezTo>
                  <a:cubicBezTo>
                    <a:pt x="15113" y="0"/>
                    <a:pt x="19431" y="4318"/>
                    <a:pt x="19431" y="952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23049" y="70849"/>
              <a:ext cx="88552" cy="45751"/>
            </a:xfrm>
            <a:custGeom>
              <a:avLst/>
              <a:gdLst/>
              <a:ahLst/>
              <a:cxnLst/>
              <a:rect r="r" b="b" t="t" l="l"/>
              <a:pathLst>
                <a:path h="45751" w="88552">
                  <a:moveTo>
                    <a:pt x="82440" y="18431"/>
                  </a:moveTo>
                  <a:lnTo>
                    <a:pt x="12970" y="45101"/>
                  </a:lnTo>
                  <a:cubicBezTo>
                    <a:pt x="8017" y="47006"/>
                    <a:pt x="2556" y="44593"/>
                    <a:pt x="651" y="39640"/>
                  </a:cubicBezTo>
                  <a:cubicBezTo>
                    <a:pt x="-1254" y="34687"/>
                    <a:pt x="1159" y="29226"/>
                    <a:pt x="6112" y="27321"/>
                  </a:cubicBezTo>
                  <a:lnTo>
                    <a:pt x="75582" y="651"/>
                  </a:lnTo>
                  <a:cubicBezTo>
                    <a:pt x="80535" y="-1254"/>
                    <a:pt x="85996" y="1159"/>
                    <a:pt x="87901" y="6112"/>
                  </a:cubicBezTo>
                  <a:cubicBezTo>
                    <a:pt x="89806" y="11065"/>
                    <a:pt x="87393" y="16526"/>
                    <a:pt x="82440" y="1843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8469" y="474919"/>
              <a:ext cx="106159" cy="36180"/>
            </a:xfrm>
            <a:custGeom>
              <a:avLst/>
              <a:gdLst/>
              <a:ahLst/>
              <a:cxnLst/>
              <a:rect r="r" b="b" t="t" l="l"/>
              <a:pathLst>
                <a:path h="36180" w="106159">
                  <a:moveTo>
                    <a:pt x="94800" y="35997"/>
                  </a:moveTo>
                  <a:lnTo>
                    <a:pt x="7677" y="18852"/>
                  </a:lnTo>
                  <a:cubicBezTo>
                    <a:pt x="2470" y="17836"/>
                    <a:pt x="-832" y="12883"/>
                    <a:pt x="184" y="7676"/>
                  </a:cubicBezTo>
                  <a:cubicBezTo>
                    <a:pt x="1200" y="2469"/>
                    <a:pt x="6153" y="-833"/>
                    <a:pt x="11360" y="183"/>
                  </a:cubicBezTo>
                  <a:lnTo>
                    <a:pt x="98483" y="17328"/>
                  </a:lnTo>
                  <a:cubicBezTo>
                    <a:pt x="103690" y="18344"/>
                    <a:pt x="106992" y="23297"/>
                    <a:pt x="105976" y="28504"/>
                  </a:cubicBezTo>
                  <a:cubicBezTo>
                    <a:pt x="104960" y="33711"/>
                    <a:pt x="100007" y="37013"/>
                    <a:pt x="94800" y="3599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28145" y="364994"/>
              <a:ext cx="19304" cy="129031"/>
            </a:xfrm>
            <a:custGeom>
              <a:avLst/>
              <a:gdLst/>
              <a:ahLst/>
              <a:cxnLst/>
              <a:rect r="r" b="b" t="t" l="l"/>
              <a:pathLst>
                <a:path h="129031" w="19304">
                  <a:moveTo>
                    <a:pt x="254" y="119506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304" y="119506"/>
                  </a:lnTo>
                  <a:cubicBezTo>
                    <a:pt x="19304" y="124713"/>
                    <a:pt x="15113" y="129031"/>
                    <a:pt x="9779" y="129031"/>
                  </a:cubicBezTo>
                  <a:cubicBezTo>
                    <a:pt x="4445" y="129031"/>
                    <a:pt x="254" y="124840"/>
                    <a:pt x="254" y="11950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21439" y="372182"/>
              <a:ext cx="62588" cy="27535"/>
            </a:xfrm>
            <a:custGeom>
              <a:avLst/>
              <a:gdLst/>
              <a:ahLst/>
              <a:cxnLst/>
              <a:rect r="r" b="b" t="t" l="l"/>
              <a:pathLst>
                <a:path h="27535" w="62588">
                  <a:moveTo>
                    <a:pt x="54917" y="18847"/>
                  </a:moveTo>
                  <a:lnTo>
                    <a:pt x="11355" y="27356"/>
                  </a:lnTo>
                  <a:cubicBezTo>
                    <a:pt x="6148" y="28372"/>
                    <a:pt x="1195" y="24943"/>
                    <a:pt x="179" y="19863"/>
                  </a:cubicBezTo>
                  <a:cubicBezTo>
                    <a:pt x="-837" y="14783"/>
                    <a:pt x="2592" y="9703"/>
                    <a:pt x="7672" y="8687"/>
                  </a:cubicBezTo>
                  <a:lnTo>
                    <a:pt x="51234" y="178"/>
                  </a:lnTo>
                  <a:cubicBezTo>
                    <a:pt x="56441" y="-838"/>
                    <a:pt x="61394" y="2591"/>
                    <a:pt x="62410" y="7671"/>
                  </a:cubicBezTo>
                  <a:cubicBezTo>
                    <a:pt x="63426" y="12751"/>
                    <a:pt x="59997" y="17831"/>
                    <a:pt x="54917" y="1884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34311" y="365954"/>
              <a:ext cx="68059" cy="28434"/>
            </a:xfrm>
            <a:custGeom>
              <a:avLst/>
              <a:gdLst/>
              <a:ahLst/>
              <a:cxnLst/>
              <a:rect r="r" b="b" t="t" l="l"/>
              <a:pathLst>
                <a:path h="28434" w="68059">
                  <a:moveTo>
                    <a:pt x="56700" y="28250"/>
                  </a:moveTo>
                  <a:lnTo>
                    <a:pt x="7677" y="18852"/>
                  </a:lnTo>
                  <a:cubicBezTo>
                    <a:pt x="2470" y="17836"/>
                    <a:pt x="-832" y="12883"/>
                    <a:pt x="184" y="7676"/>
                  </a:cubicBezTo>
                  <a:cubicBezTo>
                    <a:pt x="1200" y="2469"/>
                    <a:pt x="6153" y="-833"/>
                    <a:pt x="11360" y="183"/>
                  </a:cubicBezTo>
                  <a:lnTo>
                    <a:pt x="60383" y="9581"/>
                  </a:lnTo>
                  <a:cubicBezTo>
                    <a:pt x="65590" y="10597"/>
                    <a:pt x="68892" y="15550"/>
                    <a:pt x="67876" y="20757"/>
                  </a:cubicBezTo>
                  <a:cubicBezTo>
                    <a:pt x="66860" y="25964"/>
                    <a:pt x="61907" y="29266"/>
                    <a:pt x="56700" y="282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59843" y="302923"/>
              <a:ext cx="74528" cy="67628"/>
            </a:xfrm>
            <a:custGeom>
              <a:avLst/>
              <a:gdLst/>
              <a:ahLst/>
              <a:cxnLst/>
              <a:rect r="r" b="b" t="t" l="l"/>
              <a:pathLst>
                <a:path h="67628" w="74528">
                  <a:moveTo>
                    <a:pt x="58727" y="65246"/>
                  </a:moveTo>
                  <a:lnTo>
                    <a:pt x="3227" y="16733"/>
                  </a:lnTo>
                  <a:cubicBezTo>
                    <a:pt x="-710" y="13304"/>
                    <a:pt x="-1091" y="7335"/>
                    <a:pt x="2338" y="3271"/>
                  </a:cubicBezTo>
                  <a:cubicBezTo>
                    <a:pt x="5767" y="-793"/>
                    <a:pt x="11736" y="-1047"/>
                    <a:pt x="15800" y="2382"/>
                  </a:cubicBezTo>
                  <a:lnTo>
                    <a:pt x="71300" y="50895"/>
                  </a:lnTo>
                  <a:cubicBezTo>
                    <a:pt x="75237" y="54324"/>
                    <a:pt x="75618" y="60293"/>
                    <a:pt x="72189" y="64357"/>
                  </a:cubicBezTo>
                  <a:cubicBezTo>
                    <a:pt x="68760" y="68421"/>
                    <a:pt x="62791" y="68675"/>
                    <a:pt x="58727" y="6524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15228" y="302852"/>
              <a:ext cx="75393" cy="67644"/>
            </a:xfrm>
            <a:custGeom>
              <a:avLst/>
              <a:gdLst/>
              <a:ahLst/>
              <a:cxnLst/>
              <a:rect r="r" b="b" t="t" l="l"/>
              <a:pathLst>
                <a:path h="67644" w="75393">
                  <a:moveTo>
                    <a:pt x="72050" y="16804"/>
                  </a:moveTo>
                  <a:lnTo>
                    <a:pt x="15788" y="65317"/>
                  </a:lnTo>
                  <a:cubicBezTo>
                    <a:pt x="11851" y="68746"/>
                    <a:pt x="5755" y="68365"/>
                    <a:pt x="2326" y="64301"/>
                  </a:cubicBezTo>
                  <a:cubicBezTo>
                    <a:pt x="-1103" y="60237"/>
                    <a:pt x="-722" y="54268"/>
                    <a:pt x="3342" y="50839"/>
                  </a:cubicBezTo>
                  <a:lnTo>
                    <a:pt x="59604" y="2326"/>
                  </a:lnTo>
                  <a:cubicBezTo>
                    <a:pt x="63541" y="-1103"/>
                    <a:pt x="69637" y="-722"/>
                    <a:pt x="73066" y="3342"/>
                  </a:cubicBezTo>
                  <a:cubicBezTo>
                    <a:pt x="76495" y="7406"/>
                    <a:pt x="76114" y="13375"/>
                    <a:pt x="72050" y="1680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77979" y="451226"/>
              <a:ext cx="57659" cy="19177"/>
            </a:xfrm>
            <a:custGeom>
              <a:avLst/>
              <a:gdLst/>
              <a:ahLst/>
              <a:cxnLst/>
              <a:rect r="r" b="b" t="t" l="l"/>
              <a:pathLst>
                <a:path h="19177" w="57659">
                  <a:moveTo>
                    <a:pt x="9525" y="0"/>
                  </a:moveTo>
                  <a:lnTo>
                    <a:pt x="48134" y="127"/>
                  </a:lnTo>
                  <a:cubicBezTo>
                    <a:pt x="53341" y="127"/>
                    <a:pt x="57659" y="4445"/>
                    <a:pt x="57659" y="9652"/>
                  </a:cubicBezTo>
                  <a:cubicBezTo>
                    <a:pt x="57659" y="14859"/>
                    <a:pt x="53341" y="19177"/>
                    <a:pt x="48134" y="19177"/>
                  </a:cubicBez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ubicBezTo>
                    <a:pt x="0" y="4318"/>
                    <a:pt x="4318" y="0"/>
                    <a:pt x="9525" y="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832928" y="4527442"/>
            <a:ext cx="535429" cy="574624"/>
            <a:chOff x="0" y="0"/>
            <a:chExt cx="535432" cy="5746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76384" y="130105"/>
              <a:ext cx="48332" cy="30297"/>
            </a:xfrm>
            <a:custGeom>
              <a:avLst/>
              <a:gdLst/>
              <a:ahLst/>
              <a:cxnLst/>
              <a:rect r="r" b="b" t="t" l="l"/>
              <a:pathLst>
                <a:path h="30297" w="48332">
                  <a:moveTo>
                    <a:pt x="38679" y="30170"/>
                  </a:moveTo>
                  <a:cubicBezTo>
                    <a:pt x="21534" y="30170"/>
                    <a:pt x="17597" y="30043"/>
                    <a:pt x="12898" y="28646"/>
                  </a:cubicBezTo>
                  <a:cubicBezTo>
                    <a:pt x="12263" y="28392"/>
                    <a:pt x="11501" y="28138"/>
                    <a:pt x="10993" y="27757"/>
                  </a:cubicBezTo>
                  <a:cubicBezTo>
                    <a:pt x="7183" y="25471"/>
                    <a:pt x="3881" y="22042"/>
                    <a:pt x="1976" y="18486"/>
                  </a:cubicBezTo>
                  <a:cubicBezTo>
                    <a:pt x="1722" y="17978"/>
                    <a:pt x="1468" y="17470"/>
                    <a:pt x="1214" y="16962"/>
                  </a:cubicBezTo>
                  <a:cubicBezTo>
                    <a:pt x="833" y="16200"/>
                    <a:pt x="706" y="15311"/>
                    <a:pt x="579" y="14549"/>
                  </a:cubicBezTo>
                  <a:lnTo>
                    <a:pt x="71" y="10612"/>
                  </a:lnTo>
                  <a:cubicBezTo>
                    <a:pt x="-564" y="5405"/>
                    <a:pt x="3119" y="706"/>
                    <a:pt x="8326" y="71"/>
                  </a:cubicBezTo>
                  <a:cubicBezTo>
                    <a:pt x="13533" y="-564"/>
                    <a:pt x="18232" y="3119"/>
                    <a:pt x="18867" y="8326"/>
                  </a:cubicBezTo>
                  <a:lnTo>
                    <a:pt x="19375" y="12263"/>
                  </a:lnTo>
                  <a:lnTo>
                    <a:pt x="9977" y="13406"/>
                  </a:lnTo>
                  <a:lnTo>
                    <a:pt x="18740" y="9723"/>
                  </a:lnTo>
                  <a:cubicBezTo>
                    <a:pt x="18740" y="9723"/>
                    <a:pt x="18613" y="9596"/>
                    <a:pt x="18740" y="9596"/>
                  </a:cubicBezTo>
                  <a:cubicBezTo>
                    <a:pt x="18994" y="9977"/>
                    <a:pt x="19756" y="10993"/>
                    <a:pt x="20645" y="11501"/>
                  </a:cubicBezTo>
                  <a:lnTo>
                    <a:pt x="15819" y="19629"/>
                  </a:lnTo>
                  <a:lnTo>
                    <a:pt x="18613" y="10612"/>
                  </a:lnTo>
                  <a:cubicBezTo>
                    <a:pt x="19756" y="10993"/>
                    <a:pt x="20137" y="11247"/>
                    <a:pt x="38806" y="11247"/>
                  </a:cubicBezTo>
                  <a:cubicBezTo>
                    <a:pt x="44013" y="11247"/>
                    <a:pt x="48331" y="15565"/>
                    <a:pt x="48331" y="20772"/>
                  </a:cubicBezTo>
                  <a:cubicBezTo>
                    <a:pt x="48331" y="25979"/>
                    <a:pt x="44013" y="30297"/>
                    <a:pt x="38806" y="3029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333236" y="288870"/>
              <a:ext cx="83386" cy="69240"/>
            </a:xfrm>
            <a:custGeom>
              <a:avLst/>
              <a:gdLst/>
              <a:ahLst/>
              <a:cxnLst/>
              <a:rect r="r" b="b" t="t" l="l"/>
              <a:pathLst>
                <a:path h="69240" w="83386">
                  <a:moveTo>
                    <a:pt x="2810" y="53143"/>
                  </a:moveTo>
                  <a:cubicBezTo>
                    <a:pt x="37608" y="18218"/>
                    <a:pt x="43831" y="12503"/>
                    <a:pt x="50435" y="7931"/>
                  </a:cubicBezTo>
                  <a:cubicBezTo>
                    <a:pt x="50816" y="7677"/>
                    <a:pt x="51197" y="7423"/>
                    <a:pt x="51578" y="7296"/>
                  </a:cubicBezTo>
                  <a:cubicBezTo>
                    <a:pt x="58055" y="3994"/>
                    <a:pt x="64405" y="1708"/>
                    <a:pt x="72026" y="184"/>
                  </a:cubicBezTo>
                  <a:cubicBezTo>
                    <a:pt x="77106" y="-832"/>
                    <a:pt x="82186" y="2470"/>
                    <a:pt x="83202" y="7550"/>
                  </a:cubicBezTo>
                  <a:cubicBezTo>
                    <a:pt x="84218" y="12630"/>
                    <a:pt x="80916" y="17710"/>
                    <a:pt x="75836" y="18726"/>
                  </a:cubicBezTo>
                  <a:cubicBezTo>
                    <a:pt x="69994" y="19996"/>
                    <a:pt x="65167" y="21647"/>
                    <a:pt x="60214" y="24187"/>
                  </a:cubicBezTo>
                  <a:lnTo>
                    <a:pt x="55896" y="15678"/>
                  </a:lnTo>
                  <a:lnTo>
                    <a:pt x="61230" y="23425"/>
                  </a:lnTo>
                  <a:cubicBezTo>
                    <a:pt x="56404" y="26727"/>
                    <a:pt x="51832" y="30791"/>
                    <a:pt x="16272" y="66478"/>
                  </a:cubicBezTo>
                  <a:cubicBezTo>
                    <a:pt x="12589" y="70161"/>
                    <a:pt x="6620" y="70161"/>
                    <a:pt x="2810" y="66478"/>
                  </a:cubicBezTo>
                  <a:cubicBezTo>
                    <a:pt x="-1000" y="62795"/>
                    <a:pt x="-873" y="56826"/>
                    <a:pt x="2810" y="5301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11567" y="477271"/>
              <a:ext cx="42511" cy="32478"/>
            </a:xfrm>
            <a:custGeom>
              <a:avLst/>
              <a:gdLst/>
              <a:ahLst/>
              <a:cxnLst/>
              <a:rect r="r" b="b" t="t" l="l"/>
              <a:pathLst>
                <a:path h="32478" w="42511">
                  <a:moveTo>
                    <a:pt x="39338" y="16508"/>
                  </a:moveTo>
                  <a:cubicBezTo>
                    <a:pt x="33496" y="21588"/>
                    <a:pt x="26638" y="26033"/>
                    <a:pt x="19526" y="29589"/>
                  </a:cubicBezTo>
                  <a:cubicBezTo>
                    <a:pt x="19145" y="29843"/>
                    <a:pt x="18764" y="29970"/>
                    <a:pt x="18256" y="30097"/>
                  </a:cubicBezTo>
                  <a:lnTo>
                    <a:pt x="12414" y="32002"/>
                  </a:lnTo>
                  <a:cubicBezTo>
                    <a:pt x="7461" y="33653"/>
                    <a:pt x="2127" y="30859"/>
                    <a:pt x="476" y="25906"/>
                  </a:cubicBezTo>
                  <a:cubicBezTo>
                    <a:pt x="-1176" y="20953"/>
                    <a:pt x="1619" y="15619"/>
                    <a:pt x="6572" y="13968"/>
                  </a:cubicBezTo>
                  <a:lnTo>
                    <a:pt x="12414" y="12063"/>
                  </a:lnTo>
                  <a:lnTo>
                    <a:pt x="15335" y="21080"/>
                  </a:lnTo>
                  <a:lnTo>
                    <a:pt x="11144" y="12571"/>
                  </a:lnTo>
                  <a:cubicBezTo>
                    <a:pt x="16732" y="9904"/>
                    <a:pt x="22193" y="6221"/>
                    <a:pt x="26892" y="2284"/>
                  </a:cubicBezTo>
                  <a:cubicBezTo>
                    <a:pt x="30829" y="-1145"/>
                    <a:pt x="36798" y="-637"/>
                    <a:pt x="40227" y="3300"/>
                  </a:cubicBezTo>
                  <a:cubicBezTo>
                    <a:pt x="43656" y="7237"/>
                    <a:pt x="43148" y="13206"/>
                    <a:pt x="39211" y="1663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63501" y="418595"/>
              <a:ext cx="63503" cy="74679"/>
            </a:xfrm>
            <a:custGeom>
              <a:avLst/>
              <a:gdLst/>
              <a:ahLst/>
              <a:cxnLst/>
              <a:rect r="r" b="b" t="t" l="l"/>
              <a:pathLst>
                <a:path h="74679" w="63503">
                  <a:moveTo>
                    <a:pt x="53975" y="74676"/>
                  </a:moveTo>
                  <a:cubicBezTo>
                    <a:pt x="47498" y="74549"/>
                    <a:pt x="41910" y="73660"/>
                    <a:pt x="36703" y="72390"/>
                  </a:cubicBezTo>
                  <a:cubicBezTo>
                    <a:pt x="36322" y="72263"/>
                    <a:pt x="35941" y="72136"/>
                    <a:pt x="35560" y="72009"/>
                  </a:cubicBezTo>
                  <a:cubicBezTo>
                    <a:pt x="29591" y="69723"/>
                    <a:pt x="24765" y="67310"/>
                    <a:pt x="20193" y="64135"/>
                  </a:cubicBezTo>
                  <a:cubicBezTo>
                    <a:pt x="19939" y="63881"/>
                    <a:pt x="19558" y="63627"/>
                    <a:pt x="19304" y="63500"/>
                  </a:cubicBezTo>
                  <a:cubicBezTo>
                    <a:pt x="15113" y="59817"/>
                    <a:pt x="11176" y="55372"/>
                    <a:pt x="7747" y="50419"/>
                  </a:cubicBezTo>
                  <a:cubicBezTo>
                    <a:pt x="7493" y="50165"/>
                    <a:pt x="7366" y="49911"/>
                    <a:pt x="7239" y="49530"/>
                  </a:cubicBezTo>
                  <a:cubicBezTo>
                    <a:pt x="5080" y="45466"/>
                    <a:pt x="2794" y="39751"/>
                    <a:pt x="1270" y="34544"/>
                  </a:cubicBezTo>
                  <a:cubicBezTo>
                    <a:pt x="1143" y="34163"/>
                    <a:pt x="1143" y="33782"/>
                    <a:pt x="1016" y="33401"/>
                  </a:cubicBezTo>
                  <a:cubicBezTo>
                    <a:pt x="254" y="28448"/>
                    <a:pt x="0" y="20320"/>
                    <a:pt x="0" y="9525"/>
                  </a:cubicBezTo>
                  <a:cubicBezTo>
                    <a:pt x="0" y="4318"/>
                    <a:pt x="4191" y="0"/>
                    <a:pt x="9398" y="0"/>
                  </a:cubicBezTo>
                  <a:cubicBezTo>
                    <a:pt x="14605" y="0"/>
                    <a:pt x="18923" y="4191"/>
                    <a:pt x="18923" y="9398"/>
                  </a:cubicBezTo>
                  <a:cubicBezTo>
                    <a:pt x="18923" y="20320"/>
                    <a:pt x="19304" y="27178"/>
                    <a:pt x="19812" y="30734"/>
                  </a:cubicBezTo>
                  <a:lnTo>
                    <a:pt x="10414" y="32004"/>
                  </a:lnTo>
                  <a:lnTo>
                    <a:pt x="19558" y="29464"/>
                  </a:lnTo>
                  <a:cubicBezTo>
                    <a:pt x="20574" y="33401"/>
                    <a:pt x="22352" y="37719"/>
                    <a:pt x="23876" y="40386"/>
                  </a:cubicBezTo>
                  <a:lnTo>
                    <a:pt x="15494" y="44958"/>
                  </a:lnTo>
                  <a:lnTo>
                    <a:pt x="23241" y="39624"/>
                  </a:lnTo>
                  <a:cubicBezTo>
                    <a:pt x="25781" y="43307"/>
                    <a:pt x="28702" y="46482"/>
                    <a:pt x="31750" y="49276"/>
                  </a:cubicBezTo>
                  <a:lnTo>
                    <a:pt x="25527" y="56388"/>
                  </a:lnTo>
                  <a:lnTo>
                    <a:pt x="30861" y="48641"/>
                  </a:lnTo>
                  <a:cubicBezTo>
                    <a:pt x="34163" y="50927"/>
                    <a:pt x="37465" y="52705"/>
                    <a:pt x="42037" y="54356"/>
                  </a:cubicBezTo>
                  <a:lnTo>
                    <a:pt x="38735" y="63246"/>
                  </a:lnTo>
                  <a:lnTo>
                    <a:pt x="40894" y="53975"/>
                  </a:lnTo>
                  <a:cubicBezTo>
                    <a:pt x="44831" y="54991"/>
                    <a:pt x="49149" y="55499"/>
                    <a:pt x="54229" y="55626"/>
                  </a:cubicBezTo>
                  <a:cubicBezTo>
                    <a:pt x="59309" y="55753"/>
                    <a:pt x="63627" y="60071"/>
                    <a:pt x="63500" y="65405"/>
                  </a:cubicBezTo>
                  <a:cubicBezTo>
                    <a:pt x="63373" y="70739"/>
                    <a:pt x="59055" y="74803"/>
                    <a:pt x="53721" y="7467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05683" y="64389"/>
              <a:ext cx="35595" cy="95535"/>
            </a:xfrm>
            <a:custGeom>
              <a:avLst/>
              <a:gdLst/>
              <a:ahLst/>
              <a:cxnLst/>
              <a:rect r="r" b="b" t="t" l="l"/>
              <a:pathLst>
                <a:path h="95535" w="35595">
                  <a:moveTo>
                    <a:pt x="10678" y="0"/>
                  </a:moveTo>
                  <a:cubicBezTo>
                    <a:pt x="17536" y="1016"/>
                    <a:pt x="22997" y="3429"/>
                    <a:pt x="26426" y="6096"/>
                  </a:cubicBezTo>
                  <a:cubicBezTo>
                    <a:pt x="26426" y="6096"/>
                    <a:pt x="26553" y="6223"/>
                    <a:pt x="26553" y="6223"/>
                  </a:cubicBezTo>
                  <a:cubicBezTo>
                    <a:pt x="26934" y="6477"/>
                    <a:pt x="27315" y="6858"/>
                    <a:pt x="27569" y="7239"/>
                  </a:cubicBezTo>
                  <a:cubicBezTo>
                    <a:pt x="27569" y="7239"/>
                    <a:pt x="27569" y="7239"/>
                    <a:pt x="27696" y="7366"/>
                  </a:cubicBezTo>
                  <a:cubicBezTo>
                    <a:pt x="30617" y="10541"/>
                    <a:pt x="33538" y="15876"/>
                    <a:pt x="35189" y="22861"/>
                  </a:cubicBezTo>
                  <a:cubicBezTo>
                    <a:pt x="35316" y="23496"/>
                    <a:pt x="35443" y="24004"/>
                    <a:pt x="35443" y="24639"/>
                  </a:cubicBezTo>
                  <a:cubicBezTo>
                    <a:pt x="35697" y="30354"/>
                    <a:pt x="35697" y="73280"/>
                    <a:pt x="34935" y="79757"/>
                  </a:cubicBezTo>
                  <a:cubicBezTo>
                    <a:pt x="34935" y="80011"/>
                    <a:pt x="34808" y="80265"/>
                    <a:pt x="34808" y="80646"/>
                  </a:cubicBezTo>
                  <a:cubicBezTo>
                    <a:pt x="34681" y="81408"/>
                    <a:pt x="34427" y="82170"/>
                    <a:pt x="34173" y="82932"/>
                  </a:cubicBezTo>
                  <a:cubicBezTo>
                    <a:pt x="34173" y="83059"/>
                    <a:pt x="34046" y="83186"/>
                    <a:pt x="34046" y="83313"/>
                  </a:cubicBezTo>
                  <a:cubicBezTo>
                    <a:pt x="32903" y="85599"/>
                    <a:pt x="30998" y="88520"/>
                    <a:pt x="28585" y="91695"/>
                  </a:cubicBezTo>
                  <a:cubicBezTo>
                    <a:pt x="25537" y="95886"/>
                    <a:pt x="19568" y="96775"/>
                    <a:pt x="15377" y="93727"/>
                  </a:cubicBezTo>
                  <a:cubicBezTo>
                    <a:pt x="11186" y="90679"/>
                    <a:pt x="10297" y="84710"/>
                    <a:pt x="13345" y="80519"/>
                  </a:cubicBezTo>
                  <a:cubicBezTo>
                    <a:pt x="15758" y="77344"/>
                    <a:pt x="16647" y="75693"/>
                    <a:pt x="16901" y="75185"/>
                  </a:cubicBezTo>
                  <a:lnTo>
                    <a:pt x="25537" y="79122"/>
                  </a:lnTo>
                  <a:lnTo>
                    <a:pt x="16266" y="77471"/>
                  </a:lnTo>
                  <a:cubicBezTo>
                    <a:pt x="16266" y="77598"/>
                    <a:pt x="16266" y="77725"/>
                    <a:pt x="16266" y="77725"/>
                  </a:cubicBezTo>
                  <a:cubicBezTo>
                    <a:pt x="16901" y="72899"/>
                    <a:pt x="16901" y="31370"/>
                    <a:pt x="16647" y="25909"/>
                  </a:cubicBezTo>
                  <a:lnTo>
                    <a:pt x="26172" y="25401"/>
                  </a:lnTo>
                  <a:lnTo>
                    <a:pt x="17028" y="27687"/>
                  </a:lnTo>
                  <a:cubicBezTo>
                    <a:pt x="15885" y="23115"/>
                    <a:pt x="14234" y="20829"/>
                    <a:pt x="13980" y="20575"/>
                  </a:cubicBezTo>
                  <a:lnTo>
                    <a:pt x="20965" y="14097"/>
                  </a:lnTo>
                  <a:lnTo>
                    <a:pt x="15123" y="21591"/>
                  </a:lnTo>
                  <a:cubicBezTo>
                    <a:pt x="14742" y="21337"/>
                    <a:pt x="12456" y="19940"/>
                    <a:pt x="8011" y="19305"/>
                  </a:cubicBezTo>
                  <a:cubicBezTo>
                    <a:pt x="2803" y="18543"/>
                    <a:pt x="-753" y="13716"/>
                    <a:pt x="136" y="8509"/>
                  </a:cubicBezTo>
                  <a:cubicBezTo>
                    <a:pt x="1025" y="3302"/>
                    <a:pt x="5725" y="-254"/>
                    <a:pt x="10932" y="63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14868" y="357618"/>
              <a:ext cx="88710" cy="88806"/>
            </a:xfrm>
            <a:custGeom>
              <a:avLst/>
              <a:gdLst/>
              <a:ahLst/>
              <a:cxnLst/>
              <a:rect r="r" b="b" t="t" l="l"/>
              <a:pathLst>
                <a:path h="88806" w="88710">
                  <a:moveTo>
                    <a:pt x="72486" y="85996"/>
                  </a:moveTo>
                  <a:lnTo>
                    <a:pt x="2763" y="16272"/>
                  </a:lnTo>
                  <a:cubicBezTo>
                    <a:pt x="-920" y="12589"/>
                    <a:pt x="-920" y="6620"/>
                    <a:pt x="2763" y="2810"/>
                  </a:cubicBezTo>
                  <a:cubicBezTo>
                    <a:pt x="6446" y="-1000"/>
                    <a:pt x="12415" y="-873"/>
                    <a:pt x="16225" y="2810"/>
                  </a:cubicBezTo>
                  <a:lnTo>
                    <a:pt x="85949" y="72534"/>
                  </a:lnTo>
                  <a:cubicBezTo>
                    <a:pt x="89632" y="76217"/>
                    <a:pt x="89632" y="82186"/>
                    <a:pt x="85949" y="85996"/>
                  </a:cubicBezTo>
                  <a:cubicBezTo>
                    <a:pt x="82265" y="89806"/>
                    <a:pt x="76296" y="89679"/>
                    <a:pt x="72486" y="8599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1295" y="407782"/>
              <a:ext cx="32779" cy="82928"/>
            </a:xfrm>
            <a:custGeom>
              <a:avLst/>
              <a:gdLst/>
              <a:ahLst/>
              <a:cxnLst/>
              <a:rect r="r" b="b" t="t" l="l"/>
              <a:pathLst>
                <a:path h="82928" w="32779">
                  <a:moveTo>
                    <a:pt x="10963" y="78885"/>
                  </a:moveTo>
                  <a:cubicBezTo>
                    <a:pt x="7026" y="73170"/>
                    <a:pt x="3978" y="67074"/>
                    <a:pt x="2200" y="60343"/>
                  </a:cubicBezTo>
                  <a:cubicBezTo>
                    <a:pt x="295" y="53612"/>
                    <a:pt x="-340" y="46881"/>
                    <a:pt x="168" y="39896"/>
                  </a:cubicBezTo>
                  <a:cubicBezTo>
                    <a:pt x="676" y="33038"/>
                    <a:pt x="2327" y="26307"/>
                    <a:pt x="5121" y="19957"/>
                  </a:cubicBezTo>
                  <a:cubicBezTo>
                    <a:pt x="7915" y="13607"/>
                    <a:pt x="11725" y="7892"/>
                    <a:pt x="16551" y="2939"/>
                  </a:cubicBezTo>
                  <a:cubicBezTo>
                    <a:pt x="20107" y="-871"/>
                    <a:pt x="26203" y="-998"/>
                    <a:pt x="29886" y="2685"/>
                  </a:cubicBezTo>
                  <a:cubicBezTo>
                    <a:pt x="33569" y="6368"/>
                    <a:pt x="33823" y="12337"/>
                    <a:pt x="30140" y="16020"/>
                  </a:cubicBezTo>
                  <a:cubicBezTo>
                    <a:pt x="26838" y="19449"/>
                    <a:pt x="24298" y="23386"/>
                    <a:pt x="22266" y="27704"/>
                  </a:cubicBezTo>
                  <a:lnTo>
                    <a:pt x="13630" y="23894"/>
                  </a:lnTo>
                  <a:lnTo>
                    <a:pt x="22266" y="27704"/>
                  </a:lnTo>
                  <a:cubicBezTo>
                    <a:pt x="20361" y="32022"/>
                    <a:pt x="19218" y="36594"/>
                    <a:pt x="18837" y="41293"/>
                  </a:cubicBezTo>
                  <a:lnTo>
                    <a:pt x="9439" y="40531"/>
                  </a:lnTo>
                  <a:lnTo>
                    <a:pt x="18837" y="41293"/>
                  </a:lnTo>
                  <a:cubicBezTo>
                    <a:pt x="18456" y="45992"/>
                    <a:pt x="18964" y="50691"/>
                    <a:pt x="20234" y="55263"/>
                  </a:cubicBezTo>
                  <a:lnTo>
                    <a:pt x="11090" y="57803"/>
                  </a:lnTo>
                  <a:lnTo>
                    <a:pt x="20234" y="55263"/>
                  </a:lnTo>
                  <a:cubicBezTo>
                    <a:pt x="21504" y="59835"/>
                    <a:pt x="23536" y="64026"/>
                    <a:pt x="26203" y="67963"/>
                  </a:cubicBezTo>
                  <a:cubicBezTo>
                    <a:pt x="29251" y="72281"/>
                    <a:pt x="28235" y="78123"/>
                    <a:pt x="23917" y="81171"/>
                  </a:cubicBezTo>
                  <a:cubicBezTo>
                    <a:pt x="19599" y="84219"/>
                    <a:pt x="13757" y="83203"/>
                    <a:pt x="10709" y="7888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05538" y="140717"/>
              <a:ext cx="230508" cy="19558"/>
            </a:xfrm>
            <a:custGeom>
              <a:avLst/>
              <a:gdLst/>
              <a:ahLst/>
              <a:cxnLst/>
              <a:rect r="r" b="b" t="t" l="l"/>
              <a:pathLst>
                <a:path h="19558" w="230508">
                  <a:moveTo>
                    <a:pt x="221110" y="18923"/>
                  </a:moveTo>
                  <a:lnTo>
                    <a:pt x="9525" y="19558"/>
                  </a:lnTo>
                  <a:cubicBezTo>
                    <a:pt x="4318" y="19558"/>
                    <a:pt x="0" y="15367"/>
                    <a:pt x="0" y="10160"/>
                  </a:cubicBezTo>
                  <a:cubicBezTo>
                    <a:pt x="0" y="4953"/>
                    <a:pt x="4191" y="635"/>
                    <a:pt x="9398" y="635"/>
                  </a:cubicBezTo>
                  <a:lnTo>
                    <a:pt x="220983" y="0"/>
                  </a:lnTo>
                  <a:cubicBezTo>
                    <a:pt x="226190" y="0"/>
                    <a:pt x="230508" y="4191"/>
                    <a:pt x="230508" y="9398"/>
                  </a:cubicBezTo>
                  <a:cubicBezTo>
                    <a:pt x="230508" y="14605"/>
                    <a:pt x="226317" y="18923"/>
                    <a:pt x="221110" y="1892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90325" y="141225"/>
              <a:ext cx="19050" cy="51054"/>
            </a:xfrm>
            <a:custGeom>
              <a:avLst/>
              <a:gdLst/>
              <a:ahLst/>
              <a:cxnLst/>
              <a:rect r="r" b="b" t="t" l="l"/>
              <a:pathLst>
                <a:path h="51054" w="19050">
                  <a:moveTo>
                    <a:pt x="0" y="41529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050" y="41529"/>
                  </a:lnTo>
                  <a:cubicBezTo>
                    <a:pt x="19050" y="46736"/>
                    <a:pt x="14859" y="51054"/>
                    <a:pt x="9525" y="51054"/>
                  </a:cubicBezTo>
                  <a:cubicBezTo>
                    <a:pt x="4191" y="51054"/>
                    <a:pt x="0" y="46863"/>
                    <a:pt x="0" y="4152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36300" y="218695"/>
              <a:ext cx="19177" cy="136653"/>
            </a:xfrm>
            <a:custGeom>
              <a:avLst/>
              <a:gdLst/>
              <a:ahLst/>
              <a:cxnLst/>
              <a:rect r="r" b="b" t="t" l="l"/>
              <a:pathLst>
                <a:path h="136653" w="19177">
                  <a:moveTo>
                    <a:pt x="0" y="127128"/>
                  </a:moveTo>
                  <a:lnTo>
                    <a:pt x="127" y="9525"/>
                  </a:lnTo>
                  <a:cubicBezTo>
                    <a:pt x="127" y="4318"/>
                    <a:pt x="4318" y="0"/>
                    <a:pt x="9652" y="0"/>
                  </a:cubicBezTo>
                  <a:cubicBezTo>
                    <a:pt x="14986" y="0"/>
                    <a:pt x="19177" y="4191"/>
                    <a:pt x="19177" y="9525"/>
                  </a:cubicBezTo>
                  <a:lnTo>
                    <a:pt x="19050" y="127128"/>
                  </a:lnTo>
                  <a:cubicBezTo>
                    <a:pt x="19050" y="132335"/>
                    <a:pt x="14859" y="136653"/>
                    <a:pt x="9525" y="136653"/>
                  </a:cubicBezTo>
                  <a:cubicBezTo>
                    <a:pt x="4191" y="136653"/>
                    <a:pt x="0" y="132462"/>
                    <a:pt x="0" y="12712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08205" y="474221"/>
              <a:ext cx="172087" cy="19050"/>
            </a:xfrm>
            <a:custGeom>
              <a:avLst/>
              <a:gdLst/>
              <a:ahLst/>
              <a:cxnLst/>
              <a:rect r="r" b="b" t="t" l="l"/>
              <a:pathLst>
                <a:path h="19050" w="172087">
                  <a:moveTo>
                    <a:pt x="162562" y="19050"/>
                  </a:move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lnTo>
                    <a:pt x="162562" y="0"/>
                  </a:lnTo>
                  <a:cubicBezTo>
                    <a:pt x="167769" y="0"/>
                    <a:pt x="172087" y="4191"/>
                    <a:pt x="172087" y="9525"/>
                  </a:cubicBezTo>
                  <a:cubicBezTo>
                    <a:pt x="172087" y="14859"/>
                    <a:pt x="167896" y="19050"/>
                    <a:pt x="162562" y="190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10364" y="141225"/>
              <a:ext cx="19050" cy="50927"/>
            </a:xfrm>
            <a:custGeom>
              <a:avLst/>
              <a:gdLst/>
              <a:ahLst/>
              <a:cxnLst/>
              <a:rect r="r" b="b" t="t" l="l"/>
              <a:pathLst>
                <a:path h="50927" w="19050">
                  <a:moveTo>
                    <a:pt x="0" y="41402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050" y="41402"/>
                  </a:lnTo>
                  <a:cubicBezTo>
                    <a:pt x="19050" y="46609"/>
                    <a:pt x="14859" y="50927"/>
                    <a:pt x="9525" y="50927"/>
                  </a:cubicBezTo>
                  <a:cubicBezTo>
                    <a:pt x="4191" y="50927"/>
                    <a:pt x="0" y="46736"/>
                    <a:pt x="0" y="4140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99900" y="245239"/>
              <a:ext cx="19177" cy="148337"/>
            </a:xfrm>
            <a:custGeom>
              <a:avLst/>
              <a:gdLst/>
              <a:ahLst/>
              <a:cxnLst/>
              <a:rect r="r" b="b" t="t" l="l"/>
              <a:pathLst>
                <a:path h="148337" w="19177">
                  <a:moveTo>
                    <a:pt x="19050" y="9525"/>
                  </a:moveTo>
                  <a:lnTo>
                    <a:pt x="19177" y="138811"/>
                  </a:lnTo>
                  <a:cubicBezTo>
                    <a:pt x="19177" y="144018"/>
                    <a:pt x="14986" y="148336"/>
                    <a:pt x="9652" y="148336"/>
                  </a:cubicBezTo>
                  <a:cubicBezTo>
                    <a:pt x="4318" y="148336"/>
                    <a:pt x="127" y="144145"/>
                    <a:pt x="127" y="138811"/>
                  </a:cubicBez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76201" y="84456"/>
              <a:ext cx="19177" cy="64516"/>
            </a:xfrm>
            <a:custGeom>
              <a:avLst/>
              <a:gdLst/>
              <a:ahLst/>
              <a:cxnLst/>
              <a:rect r="r" b="b" t="t" l="l"/>
              <a:pathLst>
                <a:path h="64516" w="19177">
                  <a:moveTo>
                    <a:pt x="127" y="54991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177" y="54991"/>
                  </a:lnTo>
                  <a:cubicBezTo>
                    <a:pt x="19177" y="60198"/>
                    <a:pt x="14986" y="64516"/>
                    <a:pt x="9652" y="64516"/>
                  </a:cubicBezTo>
                  <a:cubicBezTo>
                    <a:pt x="4318" y="64516"/>
                    <a:pt x="127" y="60325"/>
                    <a:pt x="127" y="5499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35384" y="311025"/>
              <a:ext cx="145925" cy="19177"/>
            </a:xfrm>
            <a:custGeom>
              <a:avLst/>
              <a:gdLst/>
              <a:ahLst/>
              <a:cxnLst/>
              <a:rect r="r" b="b" t="t" l="l"/>
              <a:pathLst>
                <a:path h="19177" w="145925">
                  <a:moveTo>
                    <a:pt x="9525" y="0"/>
                  </a:moveTo>
                  <a:lnTo>
                    <a:pt x="136399" y="127"/>
                  </a:lnTo>
                  <a:cubicBezTo>
                    <a:pt x="141606" y="127"/>
                    <a:pt x="145924" y="4318"/>
                    <a:pt x="145924" y="9652"/>
                  </a:cubicBezTo>
                  <a:cubicBezTo>
                    <a:pt x="145924" y="14986"/>
                    <a:pt x="141733" y="19177"/>
                    <a:pt x="136399" y="19177"/>
                  </a:cubicBez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65353" y="339187"/>
              <a:ext cx="87028" cy="87696"/>
            </a:xfrm>
            <a:custGeom>
              <a:avLst/>
              <a:gdLst/>
              <a:ahLst/>
              <a:cxnLst/>
              <a:rect r="r" b="b" t="t" l="l"/>
              <a:pathLst>
                <a:path h="87696" w="87028">
                  <a:moveTo>
                    <a:pt x="2747" y="71534"/>
                  </a:moveTo>
                  <a:lnTo>
                    <a:pt x="70693" y="2826"/>
                  </a:lnTo>
                  <a:cubicBezTo>
                    <a:pt x="74376" y="-857"/>
                    <a:pt x="80345" y="-984"/>
                    <a:pt x="84155" y="2699"/>
                  </a:cubicBezTo>
                  <a:cubicBezTo>
                    <a:pt x="87965" y="6382"/>
                    <a:pt x="87965" y="12351"/>
                    <a:pt x="84282" y="16161"/>
                  </a:cubicBezTo>
                  <a:lnTo>
                    <a:pt x="16336" y="84869"/>
                  </a:lnTo>
                  <a:cubicBezTo>
                    <a:pt x="12653" y="88552"/>
                    <a:pt x="6684" y="88679"/>
                    <a:pt x="2874" y="84996"/>
                  </a:cubicBezTo>
                  <a:cubicBezTo>
                    <a:pt x="-936" y="81313"/>
                    <a:pt x="-936" y="75344"/>
                    <a:pt x="2747" y="7153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335141" y="374557"/>
              <a:ext cx="121319" cy="121603"/>
            </a:xfrm>
            <a:custGeom>
              <a:avLst/>
              <a:gdLst/>
              <a:ahLst/>
              <a:cxnLst/>
              <a:rect r="r" b="b" t="t" l="l"/>
              <a:pathLst>
                <a:path h="121603" w="121319">
                  <a:moveTo>
                    <a:pt x="118508" y="16224"/>
                  </a:moveTo>
                  <a:lnTo>
                    <a:pt x="16272" y="118841"/>
                  </a:lnTo>
                  <a:cubicBezTo>
                    <a:pt x="12589" y="122524"/>
                    <a:pt x="6620" y="122524"/>
                    <a:pt x="2810" y="118841"/>
                  </a:cubicBezTo>
                  <a:cubicBezTo>
                    <a:pt x="-1000" y="115158"/>
                    <a:pt x="-873" y="109189"/>
                    <a:pt x="2810" y="105379"/>
                  </a:cubicBezTo>
                  <a:lnTo>
                    <a:pt x="105046" y="2762"/>
                  </a:lnTo>
                  <a:cubicBezTo>
                    <a:pt x="108729" y="-921"/>
                    <a:pt x="114698" y="-921"/>
                    <a:pt x="118508" y="2762"/>
                  </a:cubicBezTo>
                  <a:cubicBezTo>
                    <a:pt x="122318" y="6445"/>
                    <a:pt x="122191" y="12414"/>
                    <a:pt x="118508" y="1622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97468" y="288211"/>
              <a:ext cx="74524" cy="105272"/>
            </a:xfrm>
            <a:custGeom>
              <a:avLst/>
              <a:gdLst/>
              <a:ahLst/>
              <a:cxnLst/>
              <a:rect r="r" b="b" t="t" l="l"/>
              <a:pathLst>
                <a:path h="105272" w="74524">
                  <a:moveTo>
                    <a:pt x="8556" y="335"/>
                  </a:moveTo>
                  <a:cubicBezTo>
                    <a:pt x="14779" y="-300"/>
                    <a:pt x="20875" y="-46"/>
                    <a:pt x="26971" y="1224"/>
                  </a:cubicBezTo>
                  <a:cubicBezTo>
                    <a:pt x="33067" y="2494"/>
                    <a:pt x="38782" y="4653"/>
                    <a:pt x="44243" y="7701"/>
                  </a:cubicBezTo>
                  <a:cubicBezTo>
                    <a:pt x="49704" y="10749"/>
                    <a:pt x="54530" y="14559"/>
                    <a:pt x="58721" y="19131"/>
                  </a:cubicBezTo>
                  <a:lnTo>
                    <a:pt x="51736" y="25608"/>
                  </a:lnTo>
                  <a:lnTo>
                    <a:pt x="58721" y="19131"/>
                  </a:lnTo>
                  <a:cubicBezTo>
                    <a:pt x="62912" y="23703"/>
                    <a:pt x="66341" y="28783"/>
                    <a:pt x="69008" y="34498"/>
                  </a:cubicBezTo>
                  <a:lnTo>
                    <a:pt x="60372" y="38435"/>
                  </a:lnTo>
                  <a:lnTo>
                    <a:pt x="69008" y="34498"/>
                  </a:lnTo>
                  <a:cubicBezTo>
                    <a:pt x="71675" y="40086"/>
                    <a:pt x="73326" y="46055"/>
                    <a:pt x="74088" y="52278"/>
                  </a:cubicBezTo>
                  <a:cubicBezTo>
                    <a:pt x="74850" y="58374"/>
                    <a:pt x="74596" y="64597"/>
                    <a:pt x="73453" y="70693"/>
                  </a:cubicBezTo>
                  <a:lnTo>
                    <a:pt x="64182" y="68915"/>
                  </a:lnTo>
                  <a:lnTo>
                    <a:pt x="73453" y="70693"/>
                  </a:lnTo>
                  <a:cubicBezTo>
                    <a:pt x="72310" y="76789"/>
                    <a:pt x="70151" y="82631"/>
                    <a:pt x="67230" y="88092"/>
                  </a:cubicBezTo>
                  <a:cubicBezTo>
                    <a:pt x="64309" y="93553"/>
                    <a:pt x="60499" y="98379"/>
                    <a:pt x="55927" y="102697"/>
                  </a:cubicBezTo>
                  <a:cubicBezTo>
                    <a:pt x="52117" y="106253"/>
                    <a:pt x="46148" y="106126"/>
                    <a:pt x="42592" y="102316"/>
                  </a:cubicBezTo>
                  <a:cubicBezTo>
                    <a:pt x="39036" y="98506"/>
                    <a:pt x="39163" y="92537"/>
                    <a:pt x="42973" y="88981"/>
                  </a:cubicBezTo>
                  <a:cubicBezTo>
                    <a:pt x="46021" y="86060"/>
                    <a:pt x="48561" y="82758"/>
                    <a:pt x="50593" y="79075"/>
                  </a:cubicBezTo>
                  <a:lnTo>
                    <a:pt x="58975" y="83647"/>
                  </a:lnTo>
                  <a:lnTo>
                    <a:pt x="50593" y="79075"/>
                  </a:lnTo>
                  <a:cubicBezTo>
                    <a:pt x="52625" y="75265"/>
                    <a:pt x="54022" y="71455"/>
                    <a:pt x="54784" y="67264"/>
                  </a:cubicBezTo>
                  <a:cubicBezTo>
                    <a:pt x="55546" y="63073"/>
                    <a:pt x="55673" y="59009"/>
                    <a:pt x="55165" y="54691"/>
                  </a:cubicBezTo>
                  <a:lnTo>
                    <a:pt x="64563" y="53548"/>
                  </a:lnTo>
                  <a:lnTo>
                    <a:pt x="55165" y="54691"/>
                  </a:lnTo>
                  <a:cubicBezTo>
                    <a:pt x="54657" y="50500"/>
                    <a:pt x="53514" y="46436"/>
                    <a:pt x="51736" y="42626"/>
                  </a:cubicBezTo>
                  <a:cubicBezTo>
                    <a:pt x="49958" y="38816"/>
                    <a:pt x="47672" y="35260"/>
                    <a:pt x="44751" y="32212"/>
                  </a:cubicBezTo>
                  <a:cubicBezTo>
                    <a:pt x="41830" y="29037"/>
                    <a:pt x="38655" y="26497"/>
                    <a:pt x="34845" y="24465"/>
                  </a:cubicBezTo>
                  <a:lnTo>
                    <a:pt x="39544" y="16210"/>
                  </a:lnTo>
                  <a:lnTo>
                    <a:pt x="34845" y="24465"/>
                  </a:lnTo>
                  <a:cubicBezTo>
                    <a:pt x="31162" y="22433"/>
                    <a:pt x="27225" y="20909"/>
                    <a:pt x="23034" y="20020"/>
                  </a:cubicBezTo>
                  <a:lnTo>
                    <a:pt x="24939" y="10749"/>
                  </a:lnTo>
                  <a:lnTo>
                    <a:pt x="23034" y="20020"/>
                  </a:lnTo>
                  <a:cubicBezTo>
                    <a:pt x="18843" y="19131"/>
                    <a:pt x="14652" y="19004"/>
                    <a:pt x="10461" y="19385"/>
                  </a:cubicBezTo>
                  <a:cubicBezTo>
                    <a:pt x="5254" y="19893"/>
                    <a:pt x="554" y="16210"/>
                    <a:pt x="46" y="11003"/>
                  </a:cubicBezTo>
                  <a:cubicBezTo>
                    <a:pt x="-462" y="5796"/>
                    <a:pt x="3222" y="1097"/>
                    <a:pt x="8429" y="58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62682" y="474137"/>
              <a:ext cx="67929" cy="36953"/>
            </a:xfrm>
            <a:custGeom>
              <a:avLst/>
              <a:gdLst/>
              <a:ahLst/>
              <a:cxnLst/>
              <a:rect r="r" b="b" t="t" l="l"/>
              <a:pathLst>
                <a:path h="36953" w="67929">
                  <a:moveTo>
                    <a:pt x="60664" y="35263"/>
                  </a:moveTo>
                  <a:cubicBezTo>
                    <a:pt x="49869" y="37930"/>
                    <a:pt x="39073" y="37422"/>
                    <a:pt x="28532" y="33866"/>
                  </a:cubicBezTo>
                  <a:lnTo>
                    <a:pt x="31580" y="24849"/>
                  </a:lnTo>
                  <a:lnTo>
                    <a:pt x="28532" y="33866"/>
                  </a:lnTo>
                  <a:cubicBezTo>
                    <a:pt x="17991" y="30310"/>
                    <a:pt x="9101" y="24087"/>
                    <a:pt x="2116" y="15451"/>
                  </a:cubicBezTo>
                  <a:cubicBezTo>
                    <a:pt x="-1186" y="11387"/>
                    <a:pt x="-551" y="5418"/>
                    <a:pt x="3513" y="2116"/>
                  </a:cubicBezTo>
                  <a:cubicBezTo>
                    <a:pt x="7577" y="-1186"/>
                    <a:pt x="13546" y="-551"/>
                    <a:pt x="16848" y="3513"/>
                  </a:cubicBezTo>
                  <a:cubicBezTo>
                    <a:pt x="21547" y="9355"/>
                    <a:pt x="27516" y="13419"/>
                    <a:pt x="34628" y="15832"/>
                  </a:cubicBezTo>
                  <a:cubicBezTo>
                    <a:pt x="41740" y="18245"/>
                    <a:pt x="48979" y="18626"/>
                    <a:pt x="56219" y="16848"/>
                  </a:cubicBezTo>
                  <a:cubicBezTo>
                    <a:pt x="61299" y="15578"/>
                    <a:pt x="66379" y="18753"/>
                    <a:pt x="67649" y="23833"/>
                  </a:cubicBezTo>
                  <a:cubicBezTo>
                    <a:pt x="68919" y="28913"/>
                    <a:pt x="65744" y="33993"/>
                    <a:pt x="60664" y="3526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90195" y="173578"/>
              <a:ext cx="65052" cy="64170"/>
            </a:xfrm>
            <a:custGeom>
              <a:avLst/>
              <a:gdLst/>
              <a:ahLst/>
              <a:cxnLst/>
              <a:rect r="r" b="b" t="t" l="l"/>
              <a:pathLst>
                <a:path h="64170" w="65052">
                  <a:moveTo>
                    <a:pt x="46105" y="54515"/>
                  </a:moveTo>
                  <a:cubicBezTo>
                    <a:pt x="46105" y="52229"/>
                    <a:pt x="45978" y="49816"/>
                    <a:pt x="45470" y="47403"/>
                  </a:cubicBezTo>
                  <a:lnTo>
                    <a:pt x="54741" y="45625"/>
                  </a:lnTo>
                  <a:lnTo>
                    <a:pt x="45470" y="47403"/>
                  </a:lnTo>
                  <a:cubicBezTo>
                    <a:pt x="45089" y="45117"/>
                    <a:pt x="44327" y="42831"/>
                    <a:pt x="43438" y="40545"/>
                  </a:cubicBezTo>
                  <a:lnTo>
                    <a:pt x="52201" y="36989"/>
                  </a:lnTo>
                  <a:lnTo>
                    <a:pt x="43438" y="40672"/>
                  </a:lnTo>
                  <a:cubicBezTo>
                    <a:pt x="42549" y="38386"/>
                    <a:pt x="41406" y="36354"/>
                    <a:pt x="40136" y="34449"/>
                  </a:cubicBezTo>
                  <a:lnTo>
                    <a:pt x="48010" y="29115"/>
                  </a:lnTo>
                  <a:lnTo>
                    <a:pt x="40136" y="34449"/>
                  </a:lnTo>
                  <a:cubicBezTo>
                    <a:pt x="38739" y="32417"/>
                    <a:pt x="37342" y="30639"/>
                    <a:pt x="35564" y="28988"/>
                  </a:cubicBezTo>
                  <a:cubicBezTo>
                    <a:pt x="33913" y="27337"/>
                    <a:pt x="32008" y="25813"/>
                    <a:pt x="30103" y="24543"/>
                  </a:cubicBezTo>
                  <a:cubicBezTo>
                    <a:pt x="28071" y="23273"/>
                    <a:pt x="26039" y="22130"/>
                    <a:pt x="23753" y="21368"/>
                  </a:cubicBezTo>
                  <a:cubicBezTo>
                    <a:pt x="21594" y="20479"/>
                    <a:pt x="19307" y="19844"/>
                    <a:pt x="16894" y="19463"/>
                  </a:cubicBezTo>
                  <a:cubicBezTo>
                    <a:pt x="14608" y="19082"/>
                    <a:pt x="12195" y="18955"/>
                    <a:pt x="9782" y="18955"/>
                  </a:cubicBezTo>
                  <a:cubicBezTo>
                    <a:pt x="4575" y="19082"/>
                    <a:pt x="130" y="15018"/>
                    <a:pt x="3" y="9811"/>
                  </a:cubicBezTo>
                  <a:cubicBezTo>
                    <a:pt x="-124" y="4604"/>
                    <a:pt x="3940" y="159"/>
                    <a:pt x="9147" y="32"/>
                  </a:cubicBezTo>
                  <a:cubicBezTo>
                    <a:pt x="12830" y="-95"/>
                    <a:pt x="16386" y="159"/>
                    <a:pt x="20070" y="794"/>
                  </a:cubicBezTo>
                  <a:lnTo>
                    <a:pt x="18418" y="10192"/>
                  </a:lnTo>
                  <a:lnTo>
                    <a:pt x="20070" y="794"/>
                  </a:lnTo>
                  <a:cubicBezTo>
                    <a:pt x="23626" y="1429"/>
                    <a:pt x="27182" y="2318"/>
                    <a:pt x="30611" y="3715"/>
                  </a:cubicBezTo>
                  <a:lnTo>
                    <a:pt x="27182" y="12605"/>
                  </a:lnTo>
                  <a:lnTo>
                    <a:pt x="30611" y="3715"/>
                  </a:lnTo>
                  <a:cubicBezTo>
                    <a:pt x="34040" y="4985"/>
                    <a:pt x="37215" y="6636"/>
                    <a:pt x="40390" y="8668"/>
                  </a:cubicBezTo>
                  <a:lnTo>
                    <a:pt x="35310" y="16669"/>
                  </a:lnTo>
                  <a:lnTo>
                    <a:pt x="40390" y="8668"/>
                  </a:lnTo>
                  <a:cubicBezTo>
                    <a:pt x="43438" y="10700"/>
                    <a:pt x="46359" y="12986"/>
                    <a:pt x="48899" y="15526"/>
                  </a:cubicBezTo>
                  <a:lnTo>
                    <a:pt x="42295" y="22257"/>
                  </a:lnTo>
                  <a:lnTo>
                    <a:pt x="48899" y="15526"/>
                  </a:lnTo>
                  <a:cubicBezTo>
                    <a:pt x="51566" y="18066"/>
                    <a:pt x="53852" y="20860"/>
                    <a:pt x="55884" y="23908"/>
                  </a:cubicBezTo>
                  <a:cubicBezTo>
                    <a:pt x="57916" y="26956"/>
                    <a:pt x="59694" y="30131"/>
                    <a:pt x="61091" y="33560"/>
                  </a:cubicBezTo>
                  <a:cubicBezTo>
                    <a:pt x="62488" y="36989"/>
                    <a:pt x="63504" y="40418"/>
                    <a:pt x="64139" y="43974"/>
                  </a:cubicBezTo>
                  <a:cubicBezTo>
                    <a:pt x="64774" y="47530"/>
                    <a:pt x="65155" y="51213"/>
                    <a:pt x="65028" y="54896"/>
                  </a:cubicBezTo>
                  <a:cubicBezTo>
                    <a:pt x="64901" y="60103"/>
                    <a:pt x="60583" y="64294"/>
                    <a:pt x="55376" y="64167"/>
                  </a:cubicBezTo>
                  <a:cubicBezTo>
                    <a:pt x="50169" y="64040"/>
                    <a:pt x="45978" y="59722"/>
                    <a:pt x="46105" y="5451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06808" y="64262"/>
              <a:ext cx="217553" cy="19050"/>
            </a:xfrm>
            <a:custGeom>
              <a:avLst/>
              <a:gdLst/>
              <a:ahLst/>
              <a:cxnLst/>
              <a:rect r="r" b="b" t="t" l="l"/>
              <a:pathLst>
                <a:path h="19050" w="217553">
                  <a:moveTo>
                    <a:pt x="9525" y="0"/>
                  </a:moveTo>
                  <a:lnTo>
                    <a:pt x="208029" y="0"/>
                  </a:lnTo>
                  <a:cubicBezTo>
                    <a:pt x="213236" y="0"/>
                    <a:pt x="217554" y="4191"/>
                    <a:pt x="217554" y="9525"/>
                  </a:cubicBezTo>
                  <a:cubicBezTo>
                    <a:pt x="217554" y="14859"/>
                    <a:pt x="213363" y="19051"/>
                    <a:pt x="208029" y="19051"/>
                  </a:cubicBezTo>
                  <a:lnTo>
                    <a:pt x="9525" y="19051"/>
                  </a:lnTo>
                  <a:cubicBezTo>
                    <a:pt x="4318" y="19051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63501" y="220981"/>
              <a:ext cx="19050" cy="216536"/>
            </a:xfrm>
            <a:custGeom>
              <a:avLst/>
              <a:gdLst/>
              <a:ahLst/>
              <a:cxnLst/>
              <a:rect r="r" b="b" t="t" l="l"/>
              <a:pathLst>
                <a:path h="216536" w="19050">
                  <a:moveTo>
                    <a:pt x="0" y="207012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050" y="207012"/>
                  </a:lnTo>
                  <a:cubicBezTo>
                    <a:pt x="19050" y="212219"/>
                    <a:pt x="14859" y="216537"/>
                    <a:pt x="9525" y="216537"/>
                  </a:cubicBezTo>
                  <a:cubicBezTo>
                    <a:pt x="4191" y="216537"/>
                    <a:pt x="0" y="212346"/>
                    <a:pt x="0" y="20701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63456" y="173840"/>
              <a:ext cx="65461" cy="66203"/>
            </a:xfrm>
            <a:custGeom>
              <a:avLst/>
              <a:gdLst/>
              <a:ahLst/>
              <a:cxnLst/>
              <a:rect r="r" b="b" t="t" l="l"/>
              <a:pathLst>
                <a:path h="66203" w="65461">
                  <a:moveTo>
                    <a:pt x="45" y="57174"/>
                  </a:moveTo>
                  <a:cubicBezTo>
                    <a:pt x="-82" y="53364"/>
                    <a:pt x="45" y="49554"/>
                    <a:pt x="680" y="45871"/>
                  </a:cubicBezTo>
                  <a:lnTo>
                    <a:pt x="10078" y="47395"/>
                  </a:lnTo>
                  <a:lnTo>
                    <a:pt x="680" y="45871"/>
                  </a:lnTo>
                  <a:cubicBezTo>
                    <a:pt x="1315" y="42188"/>
                    <a:pt x="2204" y="38505"/>
                    <a:pt x="3601" y="34949"/>
                  </a:cubicBezTo>
                  <a:lnTo>
                    <a:pt x="12491" y="38378"/>
                  </a:lnTo>
                  <a:lnTo>
                    <a:pt x="3601" y="34949"/>
                  </a:lnTo>
                  <a:cubicBezTo>
                    <a:pt x="4998" y="31393"/>
                    <a:pt x="6649" y="28091"/>
                    <a:pt x="8681" y="24916"/>
                  </a:cubicBezTo>
                  <a:lnTo>
                    <a:pt x="16682" y="30123"/>
                  </a:lnTo>
                  <a:lnTo>
                    <a:pt x="8681" y="25043"/>
                  </a:lnTo>
                  <a:cubicBezTo>
                    <a:pt x="10713" y="21868"/>
                    <a:pt x="13126" y="18947"/>
                    <a:pt x="15666" y="16280"/>
                  </a:cubicBezTo>
                  <a:cubicBezTo>
                    <a:pt x="18333" y="13613"/>
                    <a:pt x="21254" y="11200"/>
                    <a:pt x="24302" y="9168"/>
                  </a:cubicBezTo>
                  <a:cubicBezTo>
                    <a:pt x="27477" y="7136"/>
                    <a:pt x="30779" y="5358"/>
                    <a:pt x="34208" y="3961"/>
                  </a:cubicBezTo>
                  <a:cubicBezTo>
                    <a:pt x="37637" y="2564"/>
                    <a:pt x="41320" y="1548"/>
                    <a:pt x="45003" y="913"/>
                  </a:cubicBezTo>
                  <a:lnTo>
                    <a:pt x="46654" y="10184"/>
                  </a:lnTo>
                  <a:lnTo>
                    <a:pt x="45003" y="913"/>
                  </a:lnTo>
                  <a:cubicBezTo>
                    <a:pt x="48686" y="278"/>
                    <a:pt x="52496" y="-103"/>
                    <a:pt x="56306" y="24"/>
                  </a:cubicBezTo>
                  <a:cubicBezTo>
                    <a:pt x="61513" y="151"/>
                    <a:pt x="65704" y="4469"/>
                    <a:pt x="65450" y="9803"/>
                  </a:cubicBezTo>
                  <a:cubicBezTo>
                    <a:pt x="65196" y="15137"/>
                    <a:pt x="61005" y="19201"/>
                    <a:pt x="55671" y="18947"/>
                  </a:cubicBezTo>
                  <a:cubicBezTo>
                    <a:pt x="53131" y="18820"/>
                    <a:pt x="50718" y="19074"/>
                    <a:pt x="48305" y="19455"/>
                  </a:cubicBezTo>
                  <a:cubicBezTo>
                    <a:pt x="45892" y="19836"/>
                    <a:pt x="43479" y="20598"/>
                    <a:pt x="41193" y="21487"/>
                  </a:cubicBezTo>
                  <a:lnTo>
                    <a:pt x="38145" y="12470"/>
                  </a:lnTo>
                  <a:lnTo>
                    <a:pt x="41701" y="21233"/>
                  </a:lnTo>
                  <a:cubicBezTo>
                    <a:pt x="39415" y="22122"/>
                    <a:pt x="37256" y="23265"/>
                    <a:pt x="35097" y="24662"/>
                  </a:cubicBezTo>
                  <a:lnTo>
                    <a:pt x="29890" y="16788"/>
                  </a:lnTo>
                  <a:lnTo>
                    <a:pt x="35097" y="24662"/>
                  </a:lnTo>
                  <a:cubicBezTo>
                    <a:pt x="33065" y="26059"/>
                    <a:pt x="31033" y="27583"/>
                    <a:pt x="29382" y="29361"/>
                  </a:cubicBezTo>
                  <a:lnTo>
                    <a:pt x="22651" y="22757"/>
                  </a:lnTo>
                  <a:lnTo>
                    <a:pt x="29382" y="29361"/>
                  </a:lnTo>
                  <a:cubicBezTo>
                    <a:pt x="27604" y="31139"/>
                    <a:pt x="26080" y="33044"/>
                    <a:pt x="24810" y="35203"/>
                  </a:cubicBezTo>
                  <a:cubicBezTo>
                    <a:pt x="23413" y="37235"/>
                    <a:pt x="22397" y="39521"/>
                    <a:pt x="21508" y="41807"/>
                  </a:cubicBezTo>
                  <a:cubicBezTo>
                    <a:pt x="20619" y="44093"/>
                    <a:pt x="19984" y="46506"/>
                    <a:pt x="19603" y="48919"/>
                  </a:cubicBezTo>
                  <a:cubicBezTo>
                    <a:pt x="19222" y="51332"/>
                    <a:pt x="19095" y="53872"/>
                    <a:pt x="19222" y="56285"/>
                  </a:cubicBezTo>
                  <a:cubicBezTo>
                    <a:pt x="19476" y="61492"/>
                    <a:pt x="15412" y="65937"/>
                    <a:pt x="10205" y="66191"/>
                  </a:cubicBezTo>
                  <a:cubicBezTo>
                    <a:pt x="4998" y="66446"/>
                    <a:pt x="553" y="62381"/>
                    <a:pt x="299" y="5717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75905" y="63516"/>
              <a:ext cx="49844" cy="39754"/>
            </a:xfrm>
            <a:custGeom>
              <a:avLst/>
              <a:gdLst/>
              <a:ahLst/>
              <a:cxnLst/>
              <a:rect r="r" b="b" t="t" l="l"/>
              <a:pathLst>
                <a:path h="39754" w="49844">
                  <a:moveTo>
                    <a:pt x="423" y="32243"/>
                  </a:moveTo>
                  <a:cubicBezTo>
                    <a:pt x="-2117" y="18781"/>
                    <a:pt x="6900" y="4048"/>
                    <a:pt x="24426" y="746"/>
                  </a:cubicBezTo>
                  <a:cubicBezTo>
                    <a:pt x="29760" y="-270"/>
                    <a:pt x="35602" y="-270"/>
                    <a:pt x="42079" y="873"/>
                  </a:cubicBezTo>
                  <a:cubicBezTo>
                    <a:pt x="47286" y="1762"/>
                    <a:pt x="50588" y="6715"/>
                    <a:pt x="49699" y="11922"/>
                  </a:cubicBezTo>
                  <a:cubicBezTo>
                    <a:pt x="48810" y="17130"/>
                    <a:pt x="43857" y="20432"/>
                    <a:pt x="38650" y="19543"/>
                  </a:cubicBezTo>
                  <a:cubicBezTo>
                    <a:pt x="34205" y="18781"/>
                    <a:pt x="30649" y="18781"/>
                    <a:pt x="27982" y="19289"/>
                  </a:cubicBezTo>
                  <a:cubicBezTo>
                    <a:pt x="19854" y="20813"/>
                    <a:pt x="18584" y="26274"/>
                    <a:pt x="18965" y="28560"/>
                  </a:cubicBezTo>
                  <a:cubicBezTo>
                    <a:pt x="19981" y="33640"/>
                    <a:pt x="16552" y="38720"/>
                    <a:pt x="11472" y="39609"/>
                  </a:cubicBezTo>
                  <a:cubicBezTo>
                    <a:pt x="6392" y="40498"/>
                    <a:pt x="1312" y="37196"/>
                    <a:pt x="423" y="3211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836805" y="3270133"/>
            <a:ext cx="527666" cy="574605"/>
            <a:chOff x="0" y="0"/>
            <a:chExt cx="527672" cy="57459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325999" y="321168"/>
              <a:ext cx="138083" cy="183022"/>
            </a:xfrm>
            <a:custGeom>
              <a:avLst/>
              <a:gdLst/>
              <a:ahLst/>
              <a:cxnLst/>
              <a:rect r="r" b="b" t="t" l="l"/>
              <a:pathLst>
                <a:path h="183022" w="138083">
                  <a:moveTo>
                    <a:pt x="119141" y="173494"/>
                  </a:moveTo>
                  <a:cubicBezTo>
                    <a:pt x="119268" y="151524"/>
                    <a:pt x="118760" y="139078"/>
                    <a:pt x="117490" y="126759"/>
                  </a:cubicBezTo>
                  <a:lnTo>
                    <a:pt x="126888" y="125743"/>
                  </a:lnTo>
                  <a:lnTo>
                    <a:pt x="117617" y="127521"/>
                  </a:lnTo>
                  <a:cubicBezTo>
                    <a:pt x="115204" y="115329"/>
                    <a:pt x="111648" y="103137"/>
                    <a:pt x="106441" y="90818"/>
                  </a:cubicBezTo>
                  <a:lnTo>
                    <a:pt x="115204" y="87135"/>
                  </a:lnTo>
                  <a:lnTo>
                    <a:pt x="106822" y="91580"/>
                  </a:lnTo>
                  <a:cubicBezTo>
                    <a:pt x="100218" y="79388"/>
                    <a:pt x="93487" y="69228"/>
                    <a:pt x="85105" y="59068"/>
                  </a:cubicBezTo>
                  <a:lnTo>
                    <a:pt x="92471" y="53099"/>
                  </a:lnTo>
                  <a:lnTo>
                    <a:pt x="85740" y="59830"/>
                  </a:lnTo>
                  <a:cubicBezTo>
                    <a:pt x="77866" y="51956"/>
                    <a:pt x="67578" y="43574"/>
                    <a:pt x="55259" y="35446"/>
                  </a:cubicBezTo>
                  <a:lnTo>
                    <a:pt x="60466" y="27572"/>
                  </a:lnTo>
                  <a:lnTo>
                    <a:pt x="56021" y="35954"/>
                  </a:lnTo>
                  <a:cubicBezTo>
                    <a:pt x="43702" y="29477"/>
                    <a:pt x="31383" y="24397"/>
                    <a:pt x="19318" y="20714"/>
                  </a:cubicBezTo>
                  <a:lnTo>
                    <a:pt x="22112" y="11570"/>
                  </a:lnTo>
                  <a:lnTo>
                    <a:pt x="20588" y="20968"/>
                  </a:lnTo>
                  <a:lnTo>
                    <a:pt x="7888" y="18809"/>
                  </a:lnTo>
                  <a:cubicBezTo>
                    <a:pt x="2681" y="17920"/>
                    <a:pt x="-748" y="13094"/>
                    <a:pt x="141" y="7887"/>
                  </a:cubicBezTo>
                  <a:cubicBezTo>
                    <a:pt x="1030" y="2680"/>
                    <a:pt x="5856" y="-749"/>
                    <a:pt x="11063" y="140"/>
                  </a:cubicBezTo>
                  <a:lnTo>
                    <a:pt x="23763" y="2299"/>
                  </a:lnTo>
                  <a:cubicBezTo>
                    <a:pt x="24144" y="2426"/>
                    <a:pt x="24525" y="2426"/>
                    <a:pt x="24906" y="2553"/>
                  </a:cubicBezTo>
                  <a:cubicBezTo>
                    <a:pt x="38241" y="6617"/>
                    <a:pt x="51703" y="12205"/>
                    <a:pt x="64911" y="19190"/>
                  </a:cubicBezTo>
                  <a:cubicBezTo>
                    <a:pt x="65165" y="19317"/>
                    <a:pt x="65419" y="19444"/>
                    <a:pt x="65673" y="19698"/>
                  </a:cubicBezTo>
                  <a:cubicBezTo>
                    <a:pt x="79009" y="28461"/>
                    <a:pt x="90185" y="37732"/>
                    <a:pt x="99075" y="46495"/>
                  </a:cubicBezTo>
                  <a:cubicBezTo>
                    <a:pt x="99329" y="46749"/>
                    <a:pt x="99456" y="47003"/>
                    <a:pt x="99710" y="47257"/>
                  </a:cubicBezTo>
                  <a:cubicBezTo>
                    <a:pt x="108854" y="58433"/>
                    <a:pt x="116347" y="69609"/>
                    <a:pt x="123459" y="82817"/>
                  </a:cubicBezTo>
                  <a:cubicBezTo>
                    <a:pt x="123586" y="83071"/>
                    <a:pt x="123713" y="83325"/>
                    <a:pt x="123840" y="83579"/>
                  </a:cubicBezTo>
                  <a:cubicBezTo>
                    <a:pt x="129555" y="97041"/>
                    <a:pt x="133619" y="110503"/>
                    <a:pt x="136159" y="123965"/>
                  </a:cubicBezTo>
                  <a:cubicBezTo>
                    <a:pt x="136159" y="124219"/>
                    <a:pt x="136286" y="124473"/>
                    <a:pt x="136286" y="124727"/>
                  </a:cubicBezTo>
                  <a:cubicBezTo>
                    <a:pt x="137683" y="138062"/>
                    <a:pt x="138191" y="151270"/>
                    <a:pt x="138064" y="173621"/>
                  </a:cubicBezTo>
                  <a:cubicBezTo>
                    <a:pt x="138064" y="178828"/>
                    <a:pt x="133746" y="183146"/>
                    <a:pt x="128539" y="183019"/>
                  </a:cubicBezTo>
                  <a:cubicBezTo>
                    <a:pt x="123332" y="182892"/>
                    <a:pt x="119014" y="178701"/>
                    <a:pt x="119141" y="17349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375670" y="491995"/>
              <a:ext cx="83948" cy="19050"/>
            </a:xfrm>
            <a:custGeom>
              <a:avLst/>
              <a:gdLst/>
              <a:ahLst/>
              <a:cxnLst/>
              <a:rect r="r" b="b" t="t" l="l"/>
              <a:pathLst>
                <a:path h="19050" w="83948">
                  <a:moveTo>
                    <a:pt x="74550" y="18923"/>
                  </a:moveTo>
                  <a:lnTo>
                    <a:pt x="9525" y="19050"/>
                  </a:lnTo>
                  <a:cubicBezTo>
                    <a:pt x="4318" y="19050"/>
                    <a:pt x="0" y="14859"/>
                    <a:pt x="0" y="9652"/>
                  </a:cubicBezTo>
                  <a:cubicBezTo>
                    <a:pt x="0" y="4445"/>
                    <a:pt x="4191" y="127"/>
                    <a:pt x="9398" y="127"/>
                  </a:cubicBezTo>
                  <a:lnTo>
                    <a:pt x="74423" y="0"/>
                  </a:lnTo>
                  <a:cubicBezTo>
                    <a:pt x="79630" y="0"/>
                    <a:pt x="83948" y="4191"/>
                    <a:pt x="83948" y="9398"/>
                  </a:cubicBezTo>
                  <a:cubicBezTo>
                    <a:pt x="83948" y="14605"/>
                    <a:pt x="79757" y="18923"/>
                    <a:pt x="74550" y="1892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4201" y="488505"/>
              <a:ext cx="29443" cy="22541"/>
            </a:xfrm>
            <a:custGeom>
              <a:avLst/>
              <a:gdLst/>
              <a:ahLst/>
              <a:cxnLst/>
              <a:rect r="r" b="b" t="t" l="l"/>
              <a:pathLst>
                <a:path h="22541" w="29443">
                  <a:moveTo>
                    <a:pt x="19239" y="22540"/>
                  </a:moveTo>
                  <a:cubicBezTo>
                    <a:pt x="15429" y="22286"/>
                    <a:pt x="10222" y="20635"/>
                    <a:pt x="5015" y="17841"/>
                  </a:cubicBezTo>
                  <a:cubicBezTo>
                    <a:pt x="443" y="15428"/>
                    <a:pt x="-1335" y="9586"/>
                    <a:pt x="1078" y="5014"/>
                  </a:cubicBezTo>
                  <a:cubicBezTo>
                    <a:pt x="3491" y="443"/>
                    <a:pt x="9333" y="-1335"/>
                    <a:pt x="13905" y="1078"/>
                  </a:cubicBezTo>
                  <a:cubicBezTo>
                    <a:pt x="17588" y="2982"/>
                    <a:pt x="20255" y="3491"/>
                    <a:pt x="20763" y="3617"/>
                  </a:cubicBezTo>
                  <a:cubicBezTo>
                    <a:pt x="25970" y="3999"/>
                    <a:pt x="29907" y="8571"/>
                    <a:pt x="29399" y="13777"/>
                  </a:cubicBezTo>
                  <a:cubicBezTo>
                    <a:pt x="28891" y="18984"/>
                    <a:pt x="24446" y="22921"/>
                    <a:pt x="19239" y="2241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63595" y="321590"/>
              <a:ext cx="132721" cy="185911"/>
            </a:xfrm>
            <a:custGeom>
              <a:avLst/>
              <a:gdLst/>
              <a:ahLst/>
              <a:cxnLst/>
              <a:rect r="r" b="b" t="t" l="l"/>
              <a:pathLst>
                <a:path h="185911" w="132721">
                  <a:moveTo>
                    <a:pt x="125256" y="18641"/>
                  </a:moveTo>
                  <a:cubicBezTo>
                    <a:pt x="113191" y="21308"/>
                    <a:pt x="100999" y="25372"/>
                    <a:pt x="88807" y="30833"/>
                  </a:cubicBezTo>
                  <a:lnTo>
                    <a:pt x="84870" y="22197"/>
                  </a:lnTo>
                  <a:lnTo>
                    <a:pt x="89442" y="30579"/>
                  </a:lnTo>
                  <a:cubicBezTo>
                    <a:pt x="83727" y="33754"/>
                    <a:pt x="77631" y="37564"/>
                    <a:pt x="67216" y="45184"/>
                  </a:cubicBezTo>
                  <a:lnTo>
                    <a:pt x="61628" y="37564"/>
                  </a:lnTo>
                  <a:lnTo>
                    <a:pt x="67978" y="44676"/>
                  </a:lnTo>
                  <a:cubicBezTo>
                    <a:pt x="57945" y="53693"/>
                    <a:pt x="48801" y="63726"/>
                    <a:pt x="41308" y="73886"/>
                  </a:cubicBezTo>
                  <a:lnTo>
                    <a:pt x="33688" y="68298"/>
                  </a:lnTo>
                  <a:lnTo>
                    <a:pt x="41816" y="73251"/>
                  </a:lnTo>
                  <a:cubicBezTo>
                    <a:pt x="35720" y="83411"/>
                    <a:pt x="29751" y="95603"/>
                    <a:pt x="25179" y="107795"/>
                  </a:cubicBezTo>
                  <a:lnTo>
                    <a:pt x="16289" y="104493"/>
                  </a:lnTo>
                  <a:lnTo>
                    <a:pt x="25433" y="106906"/>
                  </a:lnTo>
                  <a:cubicBezTo>
                    <a:pt x="22131" y="118971"/>
                    <a:pt x="20099" y="131163"/>
                    <a:pt x="18956" y="143355"/>
                  </a:cubicBezTo>
                  <a:lnTo>
                    <a:pt x="9558" y="142466"/>
                  </a:lnTo>
                  <a:lnTo>
                    <a:pt x="19083" y="142593"/>
                  </a:lnTo>
                  <a:cubicBezTo>
                    <a:pt x="18956" y="156690"/>
                    <a:pt x="19210" y="167739"/>
                    <a:pt x="19591" y="175867"/>
                  </a:cubicBezTo>
                  <a:cubicBezTo>
                    <a:pt x="19845" y="181073"/>
                    <a:pt x="15908" y="185645"/>
                    <a:pt x="10701" y="185899"/>
                  </a:cubicBezTo>
                  <a:cubicBezTo>
                    <a:pt x="5494" y="186153"/>
                    <a:pt x="922" y="182216"/>
                    <a:pt x="668" y="177010"/>
                  </a:cubicBezTo>
                  <a:cubicBezTo>
                    <a:pt x="160" y="168374"/>
                    <a:pt x="-94" y="156817"/>
                    <a:pt x="33" y="142466"/>
                  </a:cubicBezTo>
                  <a:cubicBezTo>
                    <a:pt x="33" y="142212"/>
                    <a:pt x="33" y="141958"/>
                    <a:pt x="33" y="141704"/>
                  </a:cubicBezTo>
                  <a:cubicBezTo>
                    <a:pt x="1176" y="128496"/>
                    <a:pt x="3462" y="115161"/>
                    <a:pt x="7018" y="101953"/>
                  </a:cubicBezTo>
                  <a:cubicBezTo>
                    <a:pt x="7145" y="101699"/>
                    <a:pt x="7145" y="101445"/>
                    <a:pt x="7272" y="101064"/>
                  </a:cubicBezTo>
                  <a:cubicBezTo>
                    <a:pt x="12225" y="87729"/>
                    <a:pt x="18702" y="74394"/>
                    <a:pt x="25560" y="63218"/>
                  </a:cubicBezTo>
                  <a:cubicBezTo>
                    <a:pt x="25687" y="62964"/>
                    <a:pt x="25814" y="62710"/>
                    <a:pt x="26068" y="62456"/>
                  </a:cubicBezTo>
                  <a:cubicBezTo>
                    <a:pt x="34450" y="51153"/>
                    <a:pt x="44356" y="40231"/>
                    <a:pt x="55405" y="30452"/>
                  </a:cubicBezTo>
                  <a:cubicBezTo>
                    <a:pt x="55659" y="30198"/>
                    <a:pt x="55913" y="30071"/>
                    <a:pt x="56040" y="29944"/>
                  </a:cubicBezTo>
                  <a:cubicBezTo>
                    <a:pt x="66962" y="21816"/>
                    <a:pt x="73694" y="17625"/>
                    <a:pt x="80425" y="13942"/>
                  </a:cubicBezTo>
                  <a:cubicBezTo>
                    <a:pt x="80679" y="13815"/>
                    <a:pt x="80806" y="13688"/>
                    <a:pt x="81060" y="13688"/>
                  </a:cubicBezTo>
                  <a:cubicBezTo>
                    <a:pt x="94395" y="7592"/>
                    <a:pt x="107857" y="3147"/>
                    <a:pt x="121192" y="226"/>
                  </a:cubicBezTo>
                  <a:cubicBezTo>
                    <a:pt x="126272" y="-917"/>
                    <a:pt x="131352" y="2385"/>
                    <a:pt x="132495" y="7465"/>
                  </a:cubicBezTo>
                  <a:cubicBezTo>
                    <a:pt x="133638" y="12545"/>
                    <a:pt x="130336" y="17625"/>
                    <a:pt x="125256" y="1876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143385" y="63373"/>
              <a:ext cx="240922" cy="240791"/>
            </a:xfrm>
            <a:custGeom>
              <a:avLst/>
              <a:gdLst/>
              <a:ahLst/>
              <a:cxnLst/>
              <a:rect r="r" b="b" t="t" l="l"/>
              <a:pathLst>
                <a:path h="240791" w="240922">
                  <a:moveTo>
                    <a:pt x="240921" y="120522"/>
                  </a:moveTo>
                  <a:cubicBezTo>
                    <a:pt x="240921" y="128396"/>
                    <a:pt x="240159" y="136270"/>
                    <a:pt x="238635" y="144017"/>
                  </a:cubicBezTo>
                  <a:cubicBezTo>
                    <a:pt x="237111" y="151764"/>
                    <a:pt x="234825" y="159257"/>
                    <a:pt x="231777" y="166623"/>
                  </a:cubicBezTo>
                  <a:lnTo>
                    <a:pt x="223014" y="162940"/>
                  </a:lnTo>
                  <a:lnTo>
                    <a:pt x="231777" y="166623"/>
                  </a:lnTo>
                  <a:cubicBezTo>
                    <a:pt x="228729" y="173989"/>
                    <a:pt x="225046" y="180847"/>
                    <a:pt x="220601" y="187451"/>
                  </a:cubicBezTo>
                  <a:lnTo>
                    <a:pt x="212727" y="182117"/>
                  </a:lnTo>
                  <a:lnTo>
                    <a:pt x="220601" y="187324"/>
                  </a:lnTo>
                  <a:cubicBezTo>
                    <a:pt x="216156" y="193928"/>
                    <a:pt x="211203" y="200024"/>
                    <a:pt x="205615" y="205612"/>
                  </a:cubicBezTo>
                  <a:cubicBezTo>
                    <a:pt x="200027" y="211200"/>
                    <a:pt x="193931" y="216153"/>
                    <a:pt x="187454" y="220598"/>
                  </a:cubicBezTo>
                  <a:cubicBezTo>
                    <a:pt x="180850" y="224916"/>
                    <a:pt x="173992" y="228726"/>
                    <a:pt x="166625" y="231646"/>
                  </a:cubicBezTo>
                  <a:cubicBezTo>
                    <a:pt x="159386" y="234694"/>
                    <a:pt x="151766" y="236980"/>
                    <a:pt x="144019" y="238504"/>
                  </a:cubicBezTo>
                  <a:lnTo>
                    <a:pt x="142114" y="229234"/>
                  </a:lnTo>
                  <a:lnTo>
                    <a:pt x="144019" y="238504"/>
                  </a:lnTo>
                  <a:cubicBezTo>
                    <a:pt x="136272" y="240028"/>
                    <a:pt x="128398" y="240790"/>
                    <a:pt x="120524" y="240790"/>
                  </a:cubicBezTo>
                  <a:lnTo>
                    <a:pt x="120524" y="231265"/>
                  </a:lnTo>
                  <a:lnTo>
                    <a:pt x="120524" y="240790"/>
                  </a:lnTo>
                  <a:cubicBezTo>
                    <a:pt x="112650" y="240790"/>
                    <a:pt x="104776" y="240028"/>
                    <a:pt x="97029" y="238504"/>
                  </a:cubicBezTo>
                  <a:lnTo>
                    <a:pt x="98934" y="229234"/>
                  </a:lnTo>
                  <a:lnTo>
                    <a:pt x="97029" y="238504"/>
                  </a:lnTo>
                  <a:cubicBezTo>
                    <a:pt x="89282" y="236980"/>
                    <a:pt x="81789" y="234694"/>
                    <a:pt x="74422" y="231646"/>
                  </a:cubicBezTo>
                  <a:cubicBezTo>
                    <a:pt x="67056" y="228599"/>
                    <a:pt x="60198" y="224916"/>
                    <a:pt x="53594" y="220598"/>
                  </a:cubicBezTo>
                  <a:cubicBezTo>
                    <a:pt x="46990" y="216153"/>
                    <a:pt x="40894" y="211200"/>
                    <a:pt x="35306" y="205612"/>
                  </a:cubicBezTo>
                  <a:lnTo>
                    <a:pt x="42037" y="198881"/>
                  </a:lnTo>
                  <a:lnTo>
                    <a:pt x="35306" y="205612"/>
                  </a:lnTo>
                  <a:cubicBezTo>
                    <a:pt x="29718" y="200024"/>
                    <a:pt x="24765" y="193928"/>
                    <a:pt x="20320" y="187324"/>
                  </a:cubicBezTo>
                  <a:cubicBezTo>
                    <a:pt x="15875" y="180720"/>
                    <a:pt x="12192" y="173862"/>
                    <a:pt x="9144" y="166496"/>
                  </a:cubicBezTo>
                  <a:lnTo>
                    <a:pt x="17907" y="162813"/>
                  </a:lnTo>
                  <a:lnTo>
                    <a:pt x="9144" y="166496"/>
                  </a:lnTo>
                  <a:cubicBezTo>
                    <a:pt x="6096" y="159257"/>
                    <a:pt x="3810" y="151637"/>
                    <a:pt x="2286" y="143890"/>
                  </a:cubicBezTo>
                  <a:cubicBezTo>
                    <a:pt x="762" y="136143"/>
                    <a:pt x="0" y="128269"/>
                    <a:pt x="0" y="120395"/>
                  </a:cubicBezTo>
                  <a:lnTo>
                    <a:pt x="9525" y="120395"/>
                  </a:lnTo>
                  <a:lnTo>
                    <a:pt x="0" y="120395"/>
                  </a:lnTo>
                  <a:cubicBezTo>
                    <a:pt x="0" y="112521"/>
                    <a:pt x="762" y="104647"/>
                    <a:pt x="2286" y="96900"/>
                  </a:cubicBezTo>
                  <a:cubicBezTo>
                    <a:pt x="3810" y="89153"/>
                    <a:pt x="6096" y="81660"/>
                    <a:pt x="9144" y="74294"/>
                  </a:cubicBezTo>
                  <a:cubicBezTo>
                    <a:pt x="12192" y="67055"/>
                    <a:pt x="15875" y="60070"/>
                    <a:pt x="20193" y="53466"/>
                  </a:cubicBezTo>
                  <a:cubicBezTo>
                    <a:pt x="24638" y="46862"/>
                    <a:pt x="29591" y="40893"/>
                    <a:pt x="35179" y="35305"/>
                  </a:cubicBezTo>
                  <a:lnTo>
                    <a:pt x="41910" y="42036"/>
                  </a:lnTo>
                  <a:lnTo>
                    <a:pt x="35179" y="35305"/>
                  </a:lnTo>
                  <a:cubicBezTo>
                    <a:pt x="40767" y="29718"/>
                    <a:pt x="46863" y="24765"/>
                    <a:pt x="53467" y="20320"/>
                  </a:cubicBezTo>
                  <a:lnTo>
                    <a:pt x="58674" y="28194"/>
                  </a:lnTo>
                  <a:lnTo>
                    <a:pt x="53467" y="20320"/>
                  </a:lnTo>
                  <a:cubicBezTo>
                    <a:pt x="60071" y="16002"/>
                    <a:pt x="66929" y="12192"/>
                    <a:pt x="74295" y="9144"/>
                  </a:cubicBezTo>
                  <a:cubicBezTo>
                    <a:pt x="81662" y="6096"/>
                    <a:pt x="89155" y="3810"/>
                    <a:pt x="96902" y="2286"/>
                  </a:cubicBezTo>
                  <a:lnTo>
                    <a:pt x="98807" y="11557"/>
                  </a:lnTo>
                  <a:lnTo>
                    <a:pt x="96902" y="2286"/>
                  </a:lnTo>
                  <a:cubicBezTo>
                    <a:pt x="104649" y="762"/>
                    <a:pt x="112523" y="0"/>
                    <a:pt x="120397" y="0"/>
                  </a:cubicBezTo>
                  <a:lnTo>
                    <a:pt x="120397" y="9525"/>
                  </a:lnTo>
                  <a:lnTo>
                    <a:pt x="120397" y="127"/>
                  </a:lnTo>
                  <a:cubicBezTo>
                    <a:pt x="128271" y="127"/>
                    <a:pt x="136145" y="889"/>
                    <a:pt x="143892" y="2413"/>
                  </a:cubicBezTo>
                  <a:cubicBezTo>
                    <a:pt x="151639" y="3937"/>
                    <a:pt x="159132" y="6223"/>
                    <a:pt x="166498" y="9271"/>
                  </a:cubicBezTo>
                  <a:cubicBezTo>
                    <a:pt x="173738" y="12319"/>
                    <a:pt x="180723" y="16002"/>
                    <a:pt x="187327" y="20447"/>
                  </a:cubicBezTo>
                  <a:cubicBezTo>
                    <a:pt x="193931" y="24892"/>
                    <a:pt x="200027" y="29845"/>
                    <a:pt x="205615" y="35433"/>
                  </a:cubicBezTo>
                  <a:lnTo>
                    <a:pt x="198884" y="42163"/>
                  </a:lnTo>
                  <a:lnTo>
                    <a:pt x="205615" y="35433"/>
                  </a:lnTo>
                  <a:cubicBezTo>
                    <a:pt x="211203" y="41020"/>
                    <a:pt x="216156" y="47116"/>
                    <a:pt x="220601" y="53720"/>
                  </a:cubicBezTo>
                  <a:cubicBezTo>
                    <a:pt x="224919" y="60324"/>
                    <a:pt x="228729" y="67182"/>
                    <a:pt x="231777" y="74548"/>
                  </a:cubicBezTo>
                  <a:cubicBezTo>
                    <a:pt x="234825" y="81787"/>
                    <a:pt x="237111" y="89407"/>
                    <a:pt x="238635" y="97154"/>
                  </a:cubicBezTo>
                  <a:cubicBezTo>
                    <a:pt x="240159" y="104901"/>
                    <a:pt x="240921" y="112775"/>
                    <a:pt x="240921" y="120649"/>
                  </a:cubicBezTo>
                  <a:lnTo>
                    <a:pt x="231396" y="120649"/>
                  </a:lnTo>
                  <a:lnTo>
                    <a:pt x="240921" y="120649"/>
                  </a:lnTo>
                  <a:moveTo>
                    <a:pt x="221998" y="120649"/>
                  </a:moveTo>
                  <a:cubicBezTo>
                    <a:pt x="221998" y="114045"/>
                    <a:pt x="221363" y="107441"/>
                    <a:pt x="220093" y="100837"/>
                  </a:cubicBezTo>
                  <a:lnTo>
                    <a:pt x="229364" y="99059"/>
                  </a:lnTo>
                  <a:lnTo>
                    <a:pt x="220093" y="100964"/>
                  </a:lnTo>
                  <a:cubicBezTo>
                    <a:pt x="218823" y="94487"/>
                    <a:pt x="216918" y="88137"/>
                    <a:pt x="214378" y="81914"/>
                  </a:cubicBezTo>
                  <a:lnTo>
                    <a:pt x="223141" y="78231"/>
                  </a:lnTo>
                  <a:lnTo>
                    <a:pt x="214378" y="81914"/>
                  </a:lnTo>
                  <a:cubicBezTo>
                    <a:pt x="211838" y="75818"/>
                    <a:pt x="208663" y="69976"/>
                    <a:pt x="204980" y="64388"/>
                  </a:cubicBezTo>
                  <a:lnTo>
                    <a:pt x="212854" y="59181"/>
                  </a:lnTo>
                  <a:lnTo>
                    <a:pt x="204980" y="64515"/>
                  </a:lnTo>
                  <a:cubicBezTo>
                    <a:pt x="201297" y="58927"/>
                    <a:pt x="197106" y="53847"/>
                    <a:pt x="192407" y="49148"/>
                  </a:cubicBezTo>
                  <a:cubicBezTo>
                    <a:pt x="187708" y="44449"/>
                    <a:pt x="182628" y="40258"/>
                    <a:pt x="177040" y="36575"/>
                  </a:cubicBezTo>
                  <a:lnTo>
                    <a:pt x="182374" y="28702"/>
                  </a:lnTo>
                  <a:lnTo>
                    <a:pt x="177167" y="36575"/>
                  </a:lnTo>
                  <a:cubicBezTo>
                    <a:pt x="171579" y="32893"/>
                    <a:pt x="165736" y="29718"/>
                    <a:pt x="159640" y="27178"/>
                  </a:cubicBezTo>
                  <a:lnTo>
                    <a:pt x="163323" y="18415"/>
                  </a:lnTo>
                  <a:lnTo>
                    <a:pt x="159640" y="27178"/>
                  </a:lnTo>
                  <a:cubicBezTo>
                    <a:pt x="153544" y="24638"/>
                    <a:pt x="147194" y="22733"/>
                    <a:pt x="140590" y="21463"/>
                  </a:cubicBezTo>
                  <a:lnTo>
                    <a:pt x="142495" y="12192"/>
                  </a:lnTo>
                  <a:lnTo>
                    <a:pt x="140590" y="21463"/>
                  </a:lnTo>
                  <a:cubicBezTo>
                    <a:pt x="134113" y="20193"/>
                    <a:pt x="127509" y="19558"/>
                    <a:pt x="120778" y="19558"/>
                  </a:cubicBezTo>
                  <a:cubicBezTo>
                    <a:pt x="114047" y="19558"/>
                    <a:pt x="107570" y="20193"/>
                    <a:pt x="100966" y="21463"/>
                  </a:cubicBezTo>
                  <a:cubicBezTo>
                    <a:pt x="94362" y="22733"/>
                    <a:pt x="88139" y="24638"/>
                    <a:pt x="81916" y="27178"/>
                  </a:cubicBezTo>
                  <a:lnTo>
                    <a:pt x="78233" y="18415"/>
                  </a:lnTo>
                  <a:lnTo>
                    <a:pt x="81916" y="27178"/>
                  </a:lnTo>
                  <a:cubicBezTo>
                    <a:pt x="75819" y="29718"/>
                    <a:pt x="69977" y="32893"/>
                    <a:pt x="64389" y="36575"/>
                  </a:cubicBezTo>
                  <a:cubicBezTo>
                    <a:pt x="58801" y="40258"/>
                    <a:pt x="53721" y="44449"/>
                    <a:pt x="49022" y="49148"/>
                  </a:cubicBezTo>
                  <a:cubicBezTo>
                    <a:pt x="44323" y="53847"/>
                    <a:pt x="40132" y="58927"/>
                    <a:pt x="36449" y="64515"/>
                  </a:cubicBezTo>
                  <a:lnTo>
                    <a:pt x="28575" y="59181"/>
                  </a:lnTo>
                  <a:lnTo>
                    <a:pt x="36449" y="64388"/>
                  </a:lnTo>
                  <a:cubicBezTo>
                    <a:pt x="32766" y="69976"/>
                    <a:pt x="29591" y="75818"/>
                    <a:pt x="27051" y="81914"/>
                  </a:cubicBezTo>
                  <a:lnTo>
                    <a:pt x="18288" y="78231"/>
                  </a:lnTo>
                  <a:lnTo>
                    <a:pt x="27051" y="81914"/>
                  </a:lnTo>
                  <a:cubicBezTo>
                    <a:pt x="24511" y="88137"/>
                    <a:pt x="22606" y="94360"/>
                    <a:pt x="21336" y="100964"/>
                  </a:cubicBezTo>
                  <a:lnTo>
                    <a:pt x="12065" y="99059"/>
                  </a:lnTo>
                  <a:lnTo>
                    <a:pt x="21336" y="100837"/>
                  </a:lnTo>
                  <a:cubicBezTo>
                    <a:pt x="20066" y="107314"/>
                    <a:pt x="19431" y="113918"/>
                    <a:pt x="19431" y="120649"/>
                  </a:cubicBezTo>
                  <a:cubicBezTo>
                    <a:pt x="19431" y="127380"/>
                    <a:pt x="20066" y="133857"/>
                    <a:pt x="21336" y="140461"/>
                  </a:cubicBezTo>
                  <a:lnTo>
                    <a:pt x="12065" y="142239"/>
                  </a:lnTo>
                  <a:lnTo>
                    <a:pt x="21336" y="140334"/>
                  </a:lnTo>
                  <a:cubicBezTo>
                    <a:pt x="22606" y="146811"/>
                    <a:pt x="24511" y="153161"/>
                    <a:pt x="27051" y="159384"/>
                  </a:cubicBezTo>
                  <a:cubicBezTo>
                    <a:pt x="29591" y="165480"/>
                    <a:pt x="32766" y="171322"/>
                    <a:pt x="36449" y="176910"/>
                  </a:cubicBezTo>
                  <a:lnTo>
                    <a:pt x="28575" y="182244"/>
                  </a:lnTo>
                  <a:lnTo>
                    <a:pt x="36449" y="176910"/>
                  </a:lnTo>
                  <a:cubicBezTo>
                    <a:pt x="40132" y="182498"/>
                    <a:pt x="44323" y="187578"/>
                    <a:pt x="49022" y="192277"/>
                  </a:cubicBezTo>
                  <a:cubicBezTo>
                    <a:pt x="53721" y="196976"/>
                    <a:pt x="58801" y="201167"/>
                    <a:pt x="64389" y="204850"/>
                  </a:cubicBezTo>
                  <a:lnTo>
                    <a:pt x="59055" y="212724"/>
                  </a:lnTo>
                  <a:lnTo>
                    <a:pt x="64262" y="204850"/>
                  </a:lnTo>
                  <a:cubicBezTo>
                    <a:pt x="69850" y="208533"/>
                    <a:pt x="75692" y="211708"/>
                    <a:pt x="81789" y="214248"/>
                  </a:cubicBezTo>
                  <a:lnTo>
                    <a:pt x="78106" y="223011"/>
                  </a:lnTo>
                  <a:lnTo>
                    <a:pt x="81789" y="214248"/>
                  </a:lnTo>
                  <a:cubicBezTo>
                    <a:pt x="88012" y="216788"/>
                    <a:pt x="94235" y="218693"/>
                    <a:pt x="100839" y="219963"/>
                  </a:cubicBezTo>
                  <a:cubicBezTo>
                    <a:pt x="107316" y="221233"/>
                    <a:pt x="113920" y="221868"/>
                    <a:pt x="120651" y="221868"/>
                  </a:cubicBezTo>
                  <a:cubicBezTo>
                    <a:pt x="127382" y="221868"/>
                    <a:pt x="133859" y="221233"/>
                    <a:pt x="140463" y="219963"/>
                  </a:cubicBezTo>
                  <a:cubicBezTo>
                    <a:pt x="146940" y="218693"/>
                    <a:pt x="153290" y="216788"/>
                    <a:pt x="159513" y="214248"/>
                  </a:cubicBezTo>
                  <a:lnTo>
                    <a:pt x="163196" y="223011"/>
                  </a:lnTo>
                  <a:lnTo>
                    <a:pt x="159513" y="214248"/>
                  </a:lnTo>
                  <a:cubicBezTo>
                    <a:pt x="165609" y="211708"/>
                    <a:pt x="171452" y="208533"/>
                    <a:pt x="177040" y="204850"/>
                  </a:cubicBezTo>
                  <a:lnTo>
                    <a:pt x="182247" y="212724"/>
                  </a:lnTo>
                  <a:lnTo>
                    <a:pt x="176913" y="204850"/>
                  </a:lnTo>
                  <a:cubicBezTo>
                    <a:pt x="182501" y="201167"/>
                    <a:pt x="187581" y="196976"/>
                    <a:pt x="192280" y="192277"/>
                  </a:cubicBezTo>
                  <a:lnTo>
                    <a:pt x="199011" y="199008"/>
                  </a:lnTo>
                  <a:lnTo>
                    <a:pt x="192280" y="192277"/>
                  </a:lnTo>
                  <a:cubicBezTo>
                    <a:pt x="196979" y="187578"/>
                    <a:pt x="201170" y="182498"/>
                    <a:pt x="204853" y="176910"/>
                  </a:cubicBezTo>
                  <a:cubicBezTo>
                    <a:pt x="208536" y="171322"/>
                    <a:pt x="211711" y="165480"/>
                    <a:pt x="214251" y="159384"/>
                  </a:cubicBezTo>
                  <a:cubicBezTo>
                    <a:pt x="216791" y="153288"/>
                    <a:pt x="218696" y="146938"/>
                    <a:pt x="219966" y="140334"/>
                  </a:cubicBezTo>
                  <a:lnTo>
                    <a:pt x="229237" y="142239"/>
                  </a:lnTo>
                  <a:lnTo>
                    <a:pt x="219966" y="140461"/>
                  </a:lnTo>
                  <a:cubicBezTo>
                    <a:pt x="221236" y="133984"/>
                    <a:pt x="221871" y="127380"/>
                    <a:pt x="221871" y="12064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440734" y="485209"/>
              <a:ext cx="23544" cy="25764"/>
            </a:xfrm>
            <a:custGeom>
              <a:avLst/>
              <a:gdLst/>
              <a:ahLst/>
              <a:cxnLst/>
              <a:rect r="r" b="b" t="t" l="l"/>
              <a:pathLst>
                <a:path h="25764" w="23544">
                  <a:moveTo>
                    <a:pt x="1612" y="10977"/>
                  </a:moveTo>
                  <a:lnTo>
                    <a:pt x="6057" y="4247"/>
                  </a:lnTo>
                  <a:cubicBezTo>
                    <a:pt x="8978" y="-71"/>
                    <a:pt x="14820" y="-1341"/>
                    <a:pt x="19265" y="1580"/>
                  </a:cubicBezTo>
                  <a:cubicBezTo>
                    <a:pt x="23710" y="4501"/>
                    <a:pt x="24853" y="10342"/>
                    <a:pt x="21932" y="14787"/>
                  </a:cubicBezTo>
                  <a:lnTo>
                    <a:pt x="17487" y="21518"/>
                  </a:lnTo>
                  <a:cubicBezTo>
                    <a:pt x="14566" y="25836"/>
                    <a:pt x="8724" y="27106"/>
                    <a:pt x="4279" y="24185"/>
                  </a:cubicBezTo>
                  <a:cubicBezTo>
                    <a:pt x="-166" y="21264"/>
                    <a:pt x="-1309" y="15422"/>
                    <a:pt x="1612" y="1097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177294" y="321181"/>
              <a:ext cx="167642" cy="19304"/>
            </a:xfrm>
            <a:custGeom>
              <a:avLst/>
              <a:gdLst/>
              <a:ahLst/>
              <a:cxnLst/>
              <a:rect r="r" b="b" t="t" l="l"/>
              <a:pathLst>
                <a:path h="19304" w="167642">
                  <a:moveTo>
                    <a:pt x="158117" y="19050"/>
                  </a:moveTo>
                  <a:lnTo>
                    <a:pt x="9525" y="19304"/>
                  </a:lnTo>
                  <a:cubicBezTo>
                    <a:pt x="4318" y="19304"/>
                    <a:pt x="0" y="15113"/>
                    <a:pt x="0" y="9779"/>
                  </a:cubicBezTo>
                  <a:cubicBezTo>
                    <a:pt x="0" y="4445"/>
                    <a:pt x="4191" y="254"/>
                    <a:pt x="9525" y="254"/>
                  </a:cubicBezTo>
                  <a:lnTo>
                    <a:pt x="158117" y="0"/>
                  </a:lnTo>
                  <a:cubicBezTo>
                    <a:pt x="163324" y="0"/>
                    <a:pt x="167642" y="4191"/>
                    <a:pt x="167642" y="9525"/>
                  </a:cubicBezTo>
                  <a:cubicBezTo>
                    <a:pt x="167642" y="14859"/>
                    <a:pt x="163451" y="19050"/>
                    <a:pt x="158117" y="190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74677" y="491869"/>
              <a:ext cx="320044" cy="19177"/>
            </a:xfrm>
            <a:custGeom>
              <a:avLst/>
              <a:gdLst/>
              <a:ahLst/>
              <a:cxnLst/>
              <a:rect r="r" b="b" t="t" l="l"/>
              <a:pathLst>
                <a:path h="19177" w="320044">
                  <a:moveTo>
                    <a:pt x="310518" y="19176"/>
                  </a:moveTo>
                  <a:lnTo>
                    <a:pt x="9525" y="19049"/>
                  </a:lnTo>
                  <a:cubicBezTo>
                    <a:pt x="4318" y="19049"/>
                    <a:pt x="0" y="14858"/>
                    <a:pt x="0" y="9524"/>
                  </a:cubicBezTo>
                  <a:cubicBezTo>
                    <a:pt x="0" y="4190"/>
                    <a:pt x="4191" y="0"/>
                    <a:pt x="9525" y="0"/>
                  </a:cubicBezTo>
                  <a:lnTo>
                    <a:pt x="310518" y="127"/>
                  </a:lnTo>
                  <a:cubicBezTo>
                    <a:pt x="315725" y="127"/>
                    <a:pt x="320043" y="4318"/>
                    <a:pt x="320043" y="9651"/>
                  </a:cubicBezTo>
                  <a:cubicBezTo>
                    <a:pt x="320043" y="14985"/>
                    <a:pt x="315852" y="19176"/>
                    <a:pt x="310518" y="1917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813325" y="6785372"/>
            <a:ext cx="574615" cy="554526"/>
            <a:chOff x="0" y="0"/>
            <a:chExt cx="574624" cy="55453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71371" y="170425"/>
              <a:ext cx="126233" cy="57347"/>
            </a:xfrm>
            <a:custGeom>
              <a:avLst/>
              <a:gdLst/>
              <a:ahLst/>
              <a:cxnLst/>
              <a:rect r="r" b="b" t="t" l="l"/>
              <a:pathLst>
                <a:path h="57347" w="126233">
                  <a:moveTo>
                    <a:pt x="124796" y="15250"/>
                  </a:moveTo>
                  <a:cubicBezTo>
                    <a:pt x="117557" y="27315"/>
                    <a:pt x="112985" y="33792"/>
                    <a:pt x="106762" y="40396"/>
                  </a:cubicBezTo>
                  <a:cubicBezTo>
                    <a:pt x="106508" y="40777"/>
                    <a:pt x="106127" y="41031"/>
                    <a:pt x="105746" y="41285"/>
                  </a:cubicBezTo>
                  <a:cubicBezTo>
                    <a:pt x="99015" y="46619"/>
                    <a:pt x="92284" y="50810"/>
                    <a:pt x="84283" y="54112"/>
                  </a:cubicBezTo>
                  <a:cubicBezTo>
                    <a:pt x="83902" y="54239"/>
                    <a:pt x="83394" y="54493"/>
                    <a:pt x="83013" y="54493"/>
                  </a:cubicBezTo>
                  <a:cubicBezTo>
                    <a:pt x="74250" y="56779"/>
                    <a:pt x="63962" y="57795"/>
                    <a:pt x="54818" y="57160"/>
                  </a:cubicBezTo>
                  <a:cubicBezTo>
                    <a:pt x="54310" y="57160"/>
                    <a:pt x="53929" y="57033"/>
                    <a:pt x="53421" y="56906"/>
                  </a:cubicBezTo>
                  <a:cubicBezTo>
                    <a:pt x="44531" y="54874"/>
                    <a:pt x="35514" y="51445"/>
                    <a:pt x="27640" y="46873"/>
                  </a:cubicBezTo>
                  <a:cubicBezTo>
                    <a:pt x="27259" y="46619"/>
                    <a:pt x="26878" y="46365"/>
                    <a:pt x="26624" y="46111"/>
                  </a:cubicBezTo>
                  <a:cubicBezTo>
                    <a:pt x="20020" y="40904"/>
                    <a:pt x="14813" y="35443"/>
                    <a:pt x="8971" y="27188"/>
                  </a:cubicBezTo>
                  <a:cubicBezTo>
                    <a:pt x="8844" y="26934"/>
                    <a:pt x="8717" y="26807"/>
                    <a:pt x="8590" y="26553"/>
                  </a:cubicBezTo>
                  <a:lnTo>
                    <a:pt x="1351" y="14488"/>
                  </a:lnTo>
                  <a:cubicBezTo>
                    <a:pt x="-1316" y="10043"/>
                    <a:pt x="81" y="4201"/>
                    <a:pt x="4526" y="1407"/>
                  </a:cubicBezTo>
                  <a:cubicBezTo>
                    <a:pt x="8971" y="-1387"/>
                    <a:pt x="14813" y="137"/>
                    <a:pt x="17607" y="4582"/>
                  </a:cubicBezTo>
                  <a:lnTo>
                    <a:pt x="24846" y="16647"/>
                  </a:lnTo>
                  <a:lnTo>
                    <a:pt x="16718" y="21600"/>
                  </a:lnTo>
                  <a:lnTo>
                    <a:pt x="24465" y="16012"/>
                  </a:lnTo>
                  <a:cubicBezTo>
                    <a:pt x="29418" y="22997"/>
                    <a:pt x="33355" y="27061"/>
                    <a:pt x="38435" y="30998"/>
                  </a:cubicBezTo>
                  <a:lnTo>
                    <a:pt x="32593" y="38491"/>
                  </a:lnTo>
                  <a:lnTo>
                    <a:pt x="37419" y="30363"/>
                  </a:lnTo>
                  <a:cubicBezTo>
                    <a:pt x="43515" y="33919"/>
                    <a:pt x="50500" y="36713"/>
                    <a:pt x="57612" y="38237"/>
                  </a:cubicBezTo>
                  <a:lnTo>
                    <a:pt x="55580" y="47508"/>
                  </a:lnTo>
                  <a:lnTo>
                    <a:pt x="56215" y="37983"/>
                  </a:lnTo>
                  <a:cubicBezTo>
                    <a:pt x="63327" y="38491"/>
                    <a:pt x="71583" y="37729"/>
                    <a:pt x="78314" y="35951"/>
                  </a:cubicBezTo>
                  <a:lnTo>
                    <a:pt x="80727" y="45095"/>
                  </a:lnTo>
                  <a:lnTo>
                    <a:pt x="77044" y="36332"/>
                  </a:lnTo>
                  <a:cubicBezTo>
                    <a:pt x="83267" y="33665"/>
                    <a:pt x="88601" y="30490"/>
                    <a:pt x="93935" y="26172"/>
                  </a:cubicBezTo>
                  <a:lnTo>
                    <a:pt x="99904" y="33538"/>
                  </a:lnTo>
                  <a:lnTo>
                    <a:pt x="92919" y="27061"/>
                  </a:lnTo>
                  <a:cubicBezTo>
                    <a:pt x="97872" y="21727"/>
                    <a:pt x="101555" y="16647"/>
                    <a:pt x="108540" y="4963"/>
                  </a:cubicBezTo>
                  <a:cubicBezTo>
                    <a:pt x="111207" y="518"/>
                    <a:pt x="117049" y="-1006"/>
                    <a:pt x="121621" y="1788"/>
                  </a:cubicBezTo>
                  <a:cubicBezTo>
                    <a:pt x="126193" y="4582"/>
                    <a:pt x="127590" y="10297"/>
                    <a:pt x="124796" y="1486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278819" y="170938"/>
              <a:ext cx="124879" cy="56793"/>
            </a:xfrm>
            <a:custGeom>
              <a:avLst/>
              <a:gdLst/>
              <a:ahLst/>
              <a:cxnLst/>
              <a:rect r="r" b="b" t="t" l="l"/>
              <a:pathLst>
                <a:path h="56793" w="124879">
                  <a:moveTo>
                    <a:pt x="123013" y="16769"/>
                  </a:moveTo>
                  <a:cubicBezTo>
                    <a:pt x="115012" y="29088"/>
                    <a:pt x="110821" y="34549"/>
                    <a:pt x="104598" y="41026"/>
                  </a:cubicBezTo>
                  <a:cubicBezTo>
                    <a:pt x="104344" y="41407"/>
                    <a:pt x="103963" y="41661"/>
                    <a:pt x="103582" y="41915"/>
                  </a:cubicBezTo>
                  <a:cubicBezTo>
                    <a:pt x="96724" y="47122"/>
                    <a:pt x="89485" y="51186"/>
                    <a:pt x="80976" y="54488"/>
                  </a:cubicBezTo>
                  <a:cubicBezTo>
                    <a:pt x="80468" y="54615"/>
                    <a:pt x="79960" y="54869"/>
                    <a:pt x="79579" y="54869"/>
                  </a:cubicBezTo>
                  <a:cubicBezTo>
                    <a:pt x="71070" y="56647"/>
                    <a:pt x="60910" y="57282"/>
                    <a:pt x="52528" y="56393"/>
                  </a:cubicBezTo>
                  <a:cubicBezTo>
                    <a:pt x="52020" y="56393"/>
                    <a:pt x="51638" y="56266"/>
                    <a:pt x="51130" y="56139"/>
                  </a:cubicBezTo>
                  <a:cubicBezTo>
                    <a:pt x="40843" y="53472"/>
                    <a:pt x="32715" y="49916"/>
                    <a:pt x="24714" y="44582"/>
                  </a:cubicBezTo>
                  <a:cubicBezTo>
                    <a:pt x="24333" y="44328"/>
                    <a:pt x="23952" y="44074"/>
                    <a:pt x="23698" y="43820"/>
                  </a:cubicBezTo>
                  <a:cubicBezTo>
                    <a:pt x="18237" y="38994"/>
                    <a:pt x="13157" y="33152"/>
                    <a:pt x="9347" y="27691"/>
                  </a:cubicBezTo>
                  <a:cubicBezTo>
                    <a:pt x="9220" y="27564"/>
                    <a:pt x="9093" y="27310"/>
                    <a:pt x="8966" y="27183"/>
                  </a:cubicBezTo>
                  <a:lnTo>
                    <a:pt x="1346" y="14483"/>
                  </a:lnTo>
                  <a:cubicBezTo>
                    <a:pt x="-1321" y="10038"/>
                    <a:pt x="76" y="4196"/>
                    <a:pt x="4648" y="1402"/>
                  </a:cubicBezTo>
                  <a:cubicBezTo>
                    <a:pt x="9220" y="-1392"/>
                    <a:pt x="14935" y="132"/>
                    <a:pt x="17729" y="4704"/>
                  </a:cubicBezTo>
                  <a:lnTo>
                    <a:pt x="25349" y="17404"/>
                  </a:lnTo>
                  <a:lnTo>
                    <a:pt x="17221" y="22230"/>
                  </a:lnTo>
                  <a:lnTo>
                    <a:pt x="24968" y="16769"/>
                  </a:lnTo>
                  <a:cubicBezTo>
                    <a:pt x="27889" y="21087"/>
                    <a:pt x="31953" y="25659"/>
                    <a:pt x="36271" y="29342"/>
                  </a:cubicBezTo>
                  <a:lnTo>
                    <a:pt x="30048" y="36454"/>
                  </a:lnTo>
                  <a:lnTo>
                    <a:pt x="35255" y="28453"/>
                  </a:lnTo>
                  <a:cubicBezTo>
                    <a:pt x="41478" y="32517"/>
                    <a:pt x="47701" y="35311"/>
                    <a:pt x="55957" y="37470"/>
                  </a:cubicBezTo>
                  <a:lnTo>
                    <a:pt x="53670" y="46614"/>
                  </a:lnTo>
                  <a:lnTo>
                    <a:pt x="54560" y="37216"/>
                  </a:lnTo>
                  <a:cubicBezTo>
                    <a:pt x="60910" y="37851"/>
                    <a:pt x="69165" y="37343"/>
                    <a:pt x="75896" y="35946"/>
                  </a:cubicBezTo>
                  <a:lnTo>
                    <a:pt x="77928" y="45217"/>
                  </a:lnTo>
                  <a:lnTo>
                    <a:pt x="74499" y="36327"/>
                  </a:lnTo>
                  <a:cubicBezTo>
                    <a:pt x="81484" y="33660"/>
                    <a:pt x="87072" y="30485"/>
                    <a:pt x="92406" y="26294"/>
                  </a:cubicBezTo>
                  <a:lnTo>
                    <a:pt x="98121" y="33787"/>
                  </a:lnTo>
                  <a:lnTo>
                    <a:pt x="91390" y="27183"/>
                  </a:lnTo>
                  <a:cubicBezTo>
                    <a:pt x="96343" y="22103"/>
                    <a:pt x="99772" y="17785"/>
                    <a:pt x="107519" y="5847"/>
                  </a:cubicBezTo>
                  <a:cubicBezTo>
                    <a:pt x="110440" y="1402"/>
                    <a:pt x="116282" y="259"/>
                    <a:pt x="120600" y="3053"/>
                  </a:cubicBezTo>
                  <a:cubicBezTo>
                    <a:pt x="124918" y="5847"/>
                    <a:pt x="126188" y="11816"/>
                    <a:pt x="123394" y="16134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385622" y="171243"/>
              <a:ext cx="103893" cy="56795"/>
            </a:xfrm>
            <a:custGeom>
              <a:avLst/>
              <a:gdLst/>
              <a:ahLst/>
              <a:cxnLst/>
              <a:rect r="r" b="b" t="t" l="l"/>
              <a:pathLst>
                <a:path h="56795" w="103893">
                  <a:moveTo>
                    <a:pt x="98380" y="46690"/>
                  </a:moveTo>
                  <a:cubicBezTo>
                    <a:pt x="89109" y="51135"/>
                    <a:pt x="83902" y="53167"/>
                    <a:pt x="76536" y="55326"/>
                  </a:cubicBezTo>
                  <a:cubicBezTo>
                    <a:pt x="76155" y="55453"/>
                    <a:pt x="75901" y="55453"/>
                    <a:pt x="75520" y="55580"/>
                  </a:cubicBezTo>
                  <a:cubicBezTo>
                    <a:pt x="69932" y="56596"/>
                    <a:pt x="62693" y="57104"/>
                    <a:pt x="55200" y="56596"/>
                  </a:cubicBezTo>
                  <a:cubicBezTo>
                    <a:pt x="54819" y="56596"/>
                    <a:pt x="54565" y="56596"/>
                    <a:pt x="54184" y="56469"/>
                  </a:cubicBezTo>
                  <a:cubicBezTo>
                    <a:pt x="48469" y="55453"/>
                    <a:pt x="40722" y="53294"/>
                    <a:pt x="34752" y="50754"/>
                  </a:cubicBezTo>
                  <a:cubicBezTo>
                    <a:pt x="34498" y="50627"/>
                    <a:pt x="34244" y="50500"/>
                    <a:pt x="33990" y="50373"/>
                  </a:cubicBezTo>
                  <a:cubicBezTo>
                    <a:pt x="28910" y="47579"/>
                    <a:pt x="23576" y="43896"/>
                    <a:pt x="18369" y="39324"/>
                  </a:cubicBezTo>
                  <a:cubicBezTo>
                    <a:pt x="18115" y="39070"/>
                    <a:pt x="17861" y="38816"/>
                    <a:pt x="17607" y="38562"/>
                  </a:cubicBezTo>
                  <a:cubicBezTo>
                    <a:pt x="13035" y="33609"/>
                    <a:pt x="9606" y="28910"/>
                    <a:pt x="1224" y="14178"/>
                  </a:cubicBezTo>
                  <a:cubicBezTo>
                    <a:pt x="-1316" y="9606"/>
                    <a:pt x="208" y="3764"/>
                    <a:pt x="4780" y="1224"/>
                  </a:cubicBezTo>
                  <a:cubicBezTo>
                    <a:pt x="9352" y="-1316"/>
                    <a:pt x="15194" y="208"/>
                    <a:pt x="17734" y="4780"/>
                  </a:cubicBezTo>
                  <a:cubicBezTo>
                    <a:pt x="25862" y="19131"/>
                    <a:pt x="28529" y="22433"/>
                    <a:pt x="31577" y="25735"/>
                  </a:cubicBezTo>
                  <a:lnTo>
                    <a:pt x="24592" y="32085"/>
                  </a:lnTo>
                  <a:lnTo>
                    <a:pt x="30815" y="24973"/>
                  </a:lnTo>
                  <a:cubicBezTo>
                    <a:pt x="35006" y="28656"/>
                    <a:pt x="39198" y="31577"/>
                    <a:pt x="43008" y="33609"/>
                  </a:cubicBezTo>
                  <a:lnTo>
                    <a:pt x="38435" y="41991"/>
                  </a:lnTo>
                  <a:lnTo>
                    <a:pt x="42119" y="33228"/>
                  </a:lnTo>
                  <a:cubicBezTo>
                    <a:pt x="46818" y="35260"/>
                    <a:pt x="52914" y="37038"/>
                    <a:pt x="57232" y="37673"/>
                  </a:cubicBezTo>
                  <a:lnTo>
                    <a:pt x="55708" y="47071"/>
                  </a:lnTo>
                  <a:lnTo>
                    <a:pt x="56216" y="37546"/>
                  </a:lnTo>
                  <a:cubicBezTo>
                    <a:pt x="62439" y="37927"/>
                    <a:pt x="68154" y="37419"/>
                    <a:pt x="72218" y="36784"/>
                  </a:cubicBezTo>
                  <a:lnTo>
                    <a:pt x="73869" y="46182"/>
                  </a:lnTo>
                  <a:lnTo>
                    <a:pt x="71202" y="37038"/>
                  </a:lnTo>
                  <a:cubicBezTo>
                    <a:pt x="77298" y="35260"/>
                    <a:pt x="81616" y="33609"/>
                    <a:pt x="90252" y="29418"/>
                  </a:cubicBezTo>
                  <a:cubicBezTo>
                    <a:pt x="94951" y="27132"/>
                    <a:pt x="100666" y="29164"/>
                    <a:pt x="102952" y="33863"/>
                  </a:cubicBezTo>
                  <a:cubicBezTo>
                    <a:pt x="105238" y="38562"/>
                    <a:pt x="103206" y="44277"/>
                    <a:pt x="98507" y="4656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87699" y="170896"/>
              <a:ext cx="102752" cy="57114"/>
            </a:xfrm>
            <a:custGeom>
              <a:avLst/>
              <a:gdLst/>
              <a:ahLst/>
              <a:cxnLst/>
              <a:rect r="r" b="b" t="t" l="l"/>
              <a:pathLst>
                <a:path h="57114" w="102752">
                  <a:moveTo>
                    <a:pt x="101279" y="14271"/>
                  </a:moveTo>
                  <a:cubicBezTo>
                    <a:pt x="92643" y="28749"/>
                    <a:pt x="88706" y="34083"/>
                    <a:pt x="84642" y="38528"/>
                  </a:cubicBezTo>
                  <a:cubicBezTo>
                    <a:pt x="84388" y="38782"/>
                    <a:pt x="84261" y="38909"/>
                    <a:pt x="84007" y="39163"/>
                  </a:cubicBezTo>
                  <a:cubicBezTo>
                    <a:pt x="79689" y="43100"/>
                    <a:pt x="74355" y="47037"/>
                    <a:pt x="68513" y="50339"/>
                  </a:cubicBezTo>
                  <a:cubicBezTo>
                    <a:pt x="68259" y="50466"/>
                    <a:pt x="67878" y="50720"/>
                    <a:pt x="67624" y="50847"/>
                  </a:cubicBezTo>
                  <a:cubicBezTo>
                    <a:pt x="61909" y="53387"/>
                    <a:pt x="56829" y="55038"/>
                    <a:pt x="49081" y="56689"/>
                  </a:cubicBezTo>
                  <a:cubicBezTo>
                    <a:pt x="48700" y="56816"/>
                    <a:pt x="48319" y="56816"/>
                    <a:pt x="47938" y="56816"/>
                  </a:cubicBezTo>
                  <a:cubicBezTo>
                    <a:pt x="41461" y="57324"/>
                    <a:pt x="34730" y="57197"/>
                    <a:pt x="28126" y="56308"/>
                  </a:cubicBezTo>
                  <a:cubicBezTo>
                    <a:pt x="27745" y="56308"/>
                    <a:pt x="27491" y="56181"/>
                    <a:pt x="27110" y="56181"/>
                  </a:cubicBezTo>
                  <a:cubicBezTo>
                    <a:pt x="23173" y="55292"/>
                    <a:pt x="16061" y="52879"/>
                    <a:pt x="6282" y="49450"/>
                  </a:cubicBezTo>
                  <a:cubicBezTo>
                    <a:pt x="1329" y="47672"/>
                    <a:pt x="-1211" y="42211"/>
                    <a:pt x="567" y="37258"/>
                  </a:cubicBezTo>
                  <a:cubicBezTo>
                    <a:pt x="2345" y="32305"/>
                    <a:pt x="7806" y="29765"/>
                    <a:pt x="12759" y="31543"/>
                  </a:cubicBezTo>
                  <a:cubicBezTo>
                    <a:pt x="22665" y="35099"/>
                    <a:pt x="28888" y="37004"/>
                    <a:pt x="31555" y="37639"/>
                  </a:cubicBezTo>
                  <a:lnTo>
                    <a:pt x="29396" y="46910"/>
                  </a:lnTo>
                  <a:lnTo>
                    <a:pt x="30666" y="37512"/>
                  </a:lnTo>
                  <a:cubicBezTo>
                    <a:pt x="35873" y="38147"/>
                    <a:pt x="41334" y="38274"/>
                    <a:pt x="46414" y="37893"/>
                  </a:cubicBezTo>
                  <a:lnTo>
                    <a:pt x="47176" y="47418"/>
                  </a:lnTo>
                  <a:lnTo>
                    <a:pt x="45271" y="38147"/>
                  </a:lnTo>
                  <a:cubicBezTo>
                    <a:pt x="51748" y="36750"/>
                    <a:pt x="55559" y="35480"/>
                    <a:pt x="60004" y="33575"/>
                  </a:cubicBezTo>
                  <a:lnTo>
                    <a:pt x="63814" y="42211"/>
                  </a:lnTo>
                  <a:lnTo>
                    <a:pt x="59115" y="33956"/>
                  </a:lnTo>
                  <a:cubicBezTo>
                    <a:pt x="63814" y="31289"/>
                    <a:pt x="68005" y="28114"/>
                    <a:pt x="71434" y="25066"/>
                  </a:cubicBezTo>
                  <a:lnTo>
                    <a:pt x="77784" y="32178"/>
                  </a:lnTo>
                  <a:lnTo>
                    <a:pt x="70799" y="25701"/>
                  </a:lnTo>
                  <a:cubicBezTo>
                    <a:pt x="73466" y="22907"/>
                    <a:pt x="76514" y="18843"/>
                    <a:pt x="85023" y="4619"/>
                  </a:cubicBezTo>
                  <a:cubicBezTo>
                    <a:pt x="87690" y="174"/>
                    <a:pt x="93532" y="-1350"/>
                    <a:pt x="98104" y="1317"/>
                  </a:cubicBezTo>
                  <a:cubicBezTo>
                    <a:pt x="102676" y="3984"/>
                    <a:pt x="104073" y="9826"/>
                    <a:pt x="101406" y="1439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470317" y="112337"/>
              <a:ext cx="40702" cy="106455"/>
            </a:xfrm>
            <a:custGeom>
              <a:avLst/>
              <a:gdLst/>
              <a:ahLst/>
              <a:cxnLst/>
              <a:rect r="r" b="b" t="t" l="l"/>
              <a:pathLst>
                <a:path h="106455" w="40702">
                  <a:moveTo>
                    <a:pt x="2763" y="90483"/>
                  </a:moveTo>
                  <a:cubicBezTo>
                    <a:pt x="12796" y="80069"/>
                    <a:pt x="16479" y="74735"/>
                    <a:pt x="17876" y="71941"/>
                  </a:cubicBezTo>
                  <a:lnTo>
                    <a:pt x="26258" y="76386"/>
                  </a:lnTo>
                  <a:lnTo>
                    <a:pt x="17495" y="72703"/>
                  </a:lnTo>
                  <a:cubicBezTo>
                    <a:pt x="19273" y="68385"/>
                    <a:pt x="20924" y="62797"/>
                    <a:pt x="21686" y="58733"/>
                  </a:cubicBezTo>
                  <a:lnTo>
                    <a:pt x="30957" y="60511"/>
                  </a:lnTo>
                  <a:lnTo>
                    <a:pt x="21432" y="60003"/>
                  </a:lnTo>
                  <a:cubicBezTo>
                    <a:pt x="21940" y="49843"/>
                    <a:pt x="21686" y="45779"/>
                    <a:pt x="20924" y="41715"/>
                  </a:cubicBezTo>
                  <a:lnTo>
                    <a:pt x="30322" y="40191"/>
                  </a:lnTo>
                  <a:lnTo>
                    <a:pt x="21178" y="42858"/>
                  </a:lnTo>
                  <a:cubicBezTo>
                    <a:pt x="19527" y="37016"/>
                    <a:pt x="16098" y="27110"/>
                    <a:pt x="11018" y="12759"/>
                  </a:cubicBezTo>
                  <a:cubicBezTo>
                    <a:pt x="9240" y="7806"/>
                    <a:pt x="11780" y="2345"/>
                    <a:pt x="16733" y="567"/>
                  </a:cubicBezTo>
                  <a:cubicBezTo>
                    <a:pt x="21686" y="-1211"/>
                    <a:pt x="27147" y="1329"/>
                    <a:pt x="28925" y="6282"/>
                  </a:cubicBezTo>
                  <a:cubicBezTo>
                    <a:pt x="34132" y="20633"/>
                    <a:pt x="37688" y="31174"/>
                    <a:pt x="39466" y="37651"/>
                  </a:cubicBezTo>
                  <a:cubicBezTo>
                    <a:pt x="39593" y="38032"/>
                    <a:pt x="39593" y="38413"/>
                    <a:pt x="39720" y="38667"/>
                  </a:cubicBezTo>
                  <a:cubicBezTo>
                    <a:pt x="40736" y="44509"/>
                    <a:pt x="40990" y="49970"/>
                    <a:pt x="40355" y="61019"/>
                  </a:cubicBezTo>
                  <a:cubicBezTo>
                    <a:pt x="40355" y="61400"/>
                    <a:pt x="40228" y="61908"/>
                    <a:pt x="40228" y="62289"/>
                  </a:cubicBezTo>
                  <a:cubicBezTo>
                    <a:pt x="39212" y="67369"/>
                    <a:pt x="37307" y="74354"/>
                    <a:pt x="35021" y="79942"/>
                  </a:cubicBezTo>
                  <a:cubicBezTo>
                    <a:pt x="34894" y="80196"/>
                    <a:pt x="34767" y="80450"/>
                    <a:pt x="34640" y="80704"/>
                  </a:cubicBezTo>
                  <a:cubicBezTo>
                    <a:pt x="31973" y="85784"/>
                    <a:pt x="26893" y="92642"/>
                    <a:pt x="16352" y="103564"/>
                  </a:cubicBezTo>
                  <a:cubicBezTo>
                    <a:pt x="12669" y="107374"/>
                    <a:pt x="6700" y="107374"/>
                    <a:pt x="2890" y="103818"/>
                  </a:cubicBezTo>
                  <a:cubicBezTo>
                    <a:pt x="-920" y="100262"/>
                    <a:pt x="-920" y="94166"/>
                    <a:pt x="2636" y="9035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213997" y="279402"/>
              <a:ext cx="147195" cy="19050"/>
            </a:xfrm>
            <a:custGeom>
              <a:avLst/>
              <a:gdLst/>
              <a:ahLst/>
              <a:cxnLst/>
              <a:rect r="r" b="b" t="t" l="l"/>
              <a:pathLst>
                <a:path h="19050" w="147195">
                  <a:moveTo>
                    <a:pt x="137670" y="19050"/>
                  </a:move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lnTo>
                    <a:pt x="137670" y="0"/>
                  </a:lnTo>
                  <a:cubicBezTo>
                    <a:pt x="142877" y="0"/>
                    <a:pt x="147195" y="4191"/>
                    <a:pt x="147195" y="9525"/>
                  </a:cubicBezTo>
                  <a:cubicBezTo>
                    <a:pt x="147195" y="14859"/>
                    <a:pt x="143004" y="19050"/>
                    <a:pt x="137670" y="190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342142" y="279529"/>
              <a:ext cx="19304" cy="211583"/>
            </a:xfrm>
            <a:custGeom>
              <a:avLst/>
              <a:gdLst/>
              <a:ahLst/>
              <a:cxnLst/>
              <a:rect r="r" b="b" t="t" l="l"/>
              <a:pathLst>
                <a:path h="211583" w="19304">
                  <a:moveTo>
                    <a:pt x="254" y="202058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304" y="202058"/>
                  </a:lnTo>
                  <a:cubicBezTo>
                    <a:pt x="19304" y="207265"/>
                    <a:pt x="15113" y="211583"/>
                    <a:pt x="9779" y="211583"/>
                  </a:cubicBezTo>
                  <a:cubicBezTo>
                    <a:pt x="4445" y="211583"/>
                    <a:pt x="254" y="207392"/>
                    <a:pt x="254" y="20205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85599" y="471808"/>
              <a:ext cx="403864" cy="19050"/>
            </a:xfrm>
            <a:custGeom>
              <a:avLst/>
              <a:gdLst/>
              <a:ahLst/>
              <a:cxnLst/>
              <a:rect r="r" b="b" t="t" l="l"/>
              <a:pathLst>
                <a:path h="19050" w="403864">
                  <a:moveTo>
                    <a:pt x="394339" y="19050"/>
                  </a:move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lnTo>
                    <a:pt x="394339" y="0"/>
                  </a:lnTo>
                  <a:cubicBezTo>
                    <a:pt x="399546" y="0"/>
                    <a:pt x="403864" y="4191"/>
                    <a:pt x="403864" y="9525"/>
                  </a:cubicBezTo>
                  <a:cubicBezTo>
                    <a:pt x="403864" y="14859"/>
                    <a:pt x="399673" y="19050"/>
                    <a:pt x="394339" y="19050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213870" y="279529"/>
              <a:ext cx="19177" cy="211583"/>
            </a:xfrm>
            <a:custGeom>
              <a:avLst/>
              <a:gdLst/>
              <a:ahLst/>
              <a:cxnLst/>
              <a:rect r="r" b="b" t="t" l="l"/>
              <a:pathLst>
                <a:path h="211583" w="19177">
                  <a:moveTo>
                    <a:pt x="19177" y="9525"/>
                  </a:moveTo>
                  <a:lnTo>
                    <a:pt x="19050" y="202058"/>
                  </a:lnTo>
                  <a:cubicBezTo>
                    <a:pt x="19050" y="207265"/>
                    <a:pt x="14732" y="211583"/>
                    <a:pt x="9525" y="211583"/>
                  </a:cubicBezTo>
                  <a:cubicBezTo>
                    <a:pt x="4318" y="211583"/>
                    <a:pt x="0" y="207265"/>
                    <a:pt x="0" y="202058"/>
                  </a:cubicBezTo>
                  <a:lnTo>
                    <a:pt x="127" y="9525"/>
                  </a:lnTo>
                  <a:cubicBezTo>
                    <a:pt x="127" y="4318"/>
                    <a:pt x="4445" y="0"/>
                    <a:pt x="9652" y="0"/>
                  </a:cubicBezTo>
                  <a:cubicBezTo>
                    <a:pt x="14859" y="0"/>
                    <a:pt x="19177" y="4318"/>
                    <a:pt x="19177" y="952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470413" y="199899"/>
              <a:ext cx="19050" cy="291086"/>
            </a:xfrm>
            <a:custGeom>
              <a:avLst/>
              <a:gdLst/>
              <a:ahLst/>
              <a:cxnLst/>
              <a:rect r="r" b="b" t="t" l="l"/>
              <a:pathLst>
                <a:path h="291086" w="19050">
                  <a:moveTo>
                    <a:pt x="19050" y="9525"/>
                  </a:moveTo>
                  <a:lnTo>
                    <a:pt x="19050" y="281561"/>
                  </a:lnTo>
                  <a:cubicBezTo>
                    <a:pt x="19050" y="286768"/>
                    <a:pt x="14859" y="291086"/>
                    <a:pt x="9525" y="291086"/>
                  </a:cubicBezTo>
                  <a:cubicBezTo>
                    <a:pt x="4191" y="291086"/>
                    <a:pt x="0" y="286895"/>
                    <a:pt x="0" y="281561"/>
                  </a:cubicBez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85472" y="200915"/>
              <a:ext cx="19050" cy="289943"/>
            </a:xfrm>
            <a:custGeom>
              <a:avLst/>
              <a:gdLst/>
              <a:ahLst/>
              <a:cxnLst/>
              <a:rect r="r" b="b" t="t" l="l"/>
              <a:pathLst>
                <a:path h="289943" w="19050">
                  <a:moveTo>
                    <a:pt x="127" y="280418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050" y="280418"/>
                  </a:lnTo>
                  <a:cubicBezTo>
                    <a:pt x="19050" y="285625"/>
                    <a:pt x="14859" y="289943"/>
                    <a:pt x="9525" y="289943"/>
                  </a:cubicBezTo>
                  <a:cubicBezTo>
                    <a:pt x="4191" y="289943"/>
                    <a:pt x="0" y="285752"/>
                    <a:pt x="0" y="280418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93092" y="63500"/>
              <a:ext cx="389259" cy="19177"/>
            </a:xfrm>
            <a:custGeom>
              <a:avLst/>
              <a:gdLst/>
              <a:ahLst/>
              <a:cxnLst/>
              <a:rect r="r" b="b" t="t" l="l"/>
              <a:pathLst>
                <a:path h="19177" w="389259">
                  <a:moveTo>
                    <a:pt x="379861" y="19177"/>
                  </a:moveTo>
                  <a:lnTo>
                    <a:pt x="9525" y="19050"/>
                  </a:lnTo>
                  <a:cubicBezTo>
                    <a:pt x="4318" y="19050"/>
                    <a:pt x="0" y="14732"/>
                    <a:pt x="0" y="9525"/>
                  </a:cubicBezTo>
                  <a:cubicBezTo>
                    <a:pt x="0" y="4318"/>
                    <a:pt x="4318" y="0"/>
                    <a:pt x="9525" y="0"/>
                  </a:cubicBezTo>
                  <a:lnTo>
                    <a:pt x="379734" y="127"/>
                  </a:lnTo>
                  <a:cubicBezTo>
                    <a:pt x="384941" y="127"/>
                    <a:pt x="389259" y="4445"/>
                    <a:pt x="389259" y="9652"/>
                  </a:cubicBezTo>
                  <a:cubicBezTo>
                    <a:pt x="389259" y="14859"/>
                    <a:pt x="384941" y="19177"/>
                    <a:pt x="379734" y="19177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384430" y="159383"/>
              <a:ext cx="19437" cy="29089"/>
            </a:xfrm>
            <a:custGeom>
              <a:avLst/>
              <a:gdLst/>
              <a:ahLst/>
              <a:cxnLst/>
              <a:rect r="r" b="b" t="t" l="l"/>
              <a:pathLst>
                <a:path h="29089" w="19437">
                  <a:moveTo>
                    <a:pt x="19434" y="9909"/>
                  </a:moveTo>
                  <a:lnTo>
                    <a:pt x="19053" y="19942"/>
                  </a:lnTo>
                  <a:cubicBezTo>
                    <a:pt x="18799" y="25149"/>
                    <a:pt x="14354" y="29213"/>
                    <a:pt x="9147" y="29086"/>
                  </a:cubicBezTo>
                  <a:cubicBezTo>
                    <a:pt x="3940" y="28959"/>
                    <a:pt x="-124" y="24387"/>
                    <a:pt x="3" y="19180"/>
                  </a:cubicBezTo>
                  <a:lnTo>
                    <a:pt x="384" y="9147"/>
                  </a:lnTo>
                  <a:cubicBezTo>
                    <a:pt x="638" y="3940"/>
                    <a:pt x="5083" y="-124"/>
                    <a:pt x="10290" y="3"/>
                  </a:cubicBezTo>
                  <a:cubicBezTo>
                    <a:pt x="15497" y="130"/>
                    <a:pt x="19561" y="4702"/>
                    <a:pt x="19434" y="9909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278257" y="157478"/>
              <a:ext cx="19310" cy="32645"/>
            </a:xfrm>
            <a:custGeom>
              <a:avLst/>
              <a:gdLst/>
              <a:ahLst/>
              <a:cxnLst/>
              <a:rect r="r" b="b" t="t" l="l"/>
              <a:pathLst>
                <a:path h="32645" w="19310">
                  <a:moveTo>
                    <a:pt x="19053" y="9401"/>
                  </a:moveTo>
                  <a:lnTo>
                    <a:pt x="19307" y="22990"/>
                  </a:lnTo>
                  <a:cubicBezTo>
                    <a:pt x="19434" y="28197"/>
                    <a:pt x="15243" y="32515"/>
                    <a:pt x="9909" y="32642"/>
                  </a:cubicBezTo>
                  <a:cubicBezTo>
                    <a:pt x="4575" y="32769"/>
                    <a:pt x="384" y="28578"/>
                    <a:pt x="257" y="23244"/>
                  </a:cubicBezTo>
                  <a:lnTo>
                    <a:pt x="3" y="9655"/>
                  </a:lnTo>
                  <a:cubicBezTo>
                    <a:pt x="-124" y="4448"/>
                    <a:pt x="4067" y="130"/>
                    <a:pt x="9401" y="3"/>
                  </a:cubicBezTo>
                  <a:cubicBezTo>
                    <a:pt x="14735" y="-124"/>
                    <a:pt x="18926" y="4067"/>
                    <a:pt x="19053" y="940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71325" y="156846"/>
              <a:ext cx="19177" cy="32893"/>
            </a:xfrm>
            <a:custGeom>
              <a:avLst/>
              <a:gdLst/>
              <a:ahLst/>
              <a:cxnLst/>
              <a:rect r="r" b="b" t="t" l="l"/>
              <a:pathLst>
                <a:path h="32893" w="19177">
                  <a:moveTo>
                    <a:pt x="19177" y="9652"/>
                  </a:moveTo>
                  <a:lnTo>
                    <a:pt x="19050" y="23495"/>
                  </a:lnTo>
                  <a:cubicBezTo>
                    <a:pt x="18923" y="28702"/>
                    <a:pt x="14732" y="32893"/>
                    <a:pt x="9398" y="32893"/>
                  </a:cubicBezTo>
                  <a:cubicBezTo>
                    <a:pt x="4064" y="32893"/>
                    <a:pt x="0" y="28575"/>
                    <a:pt x="0" y="23241"/>
                  </a:cubicBezTo>
                  <a:lnTo>
                    <a:pt x="127" y="9398"/>
                  </a:lnTo>
                  <a:cubicBezTo>
                    <a:pt x="254" y="4191"/>
                    <a:pt x="4445" y="0"/>
                    <a:pt x="9779" y="0"/>
                  </a:cubicBezTo>
                  <a:cubicBezTo>
                    <a:pt x="15113" y="0"/>
                    <a:pt x="19177" y="4318"/>
                    <a:pt x="19177" y="9652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68328" y="63501"/>
              <a:ext cx="43813" cy="86612"/>
            </a:xfrm>
            <a:custGeom>
              <a:avLst/>
              <a:gdLst/>
              <a:ahLst/>
              <a:cxnLst/>
              <a:rect r="r" b="b" t="t" l="l"/>
              <a:pathLst>
                <a:path h="86612" w="43813">
                  <a:moveTo>
                    <a:pt x="43179" y="12826"/>
                  </a:moveTo>
                  <a:lnTo>
                    <a:pt x="18414" y="80391"/>
                  </a:lnTo>
                  <a:cubicBezTo>
                    <a:pt x="16636" y="85344"/>
                    <a:pt x="11175" y="87884"/>
                    <a:pt x="6222" y="85979"/>
                  </a:cubicBezTo>
                  <a:cubicBezTo>
                    <a:pt x="1269" y="84074"/>
                    <a:pt x="-1271" y="78740"/>
                    <a:pt x="634" y="73787"/>
                  </a:cubicBezTo>
                  <a:lnTo>
                    <a:pt x="25399" y="6222"/>
                  </a:lnTo>
                  <a:cubicBezTo>
                    <a:pt x="27177" y="1269"/>
                    <a:pt x="32638" y="-1271"/>
                    <a:pt x="37591" y="634"/>
                  </a:cubicBezTo>
                  <a:cubicBezTo>
                    <a:pt x="42544" y="2539"/>
                    <a:pt x="45084" y="7873"/>
                    <a:pt x="43179" y="12826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463369" y="63568"/>
              <a:ext cx="36567" cy="67682"/>
            </a:xfrm>
            <a:custGeom>
              <a:avLst/>
              <a:gdLst/>
              <a:ahLst/>
              <a:cxnLst/>
              <a:rect r="r" b="b" t="t" l="l"/>
              <a:pathLst>
                <a:path h="67682" w="36567">
                  <a:moveTo>
                    <a:pt x="18093" y="61528"/>
                  </a:moveTo>
                  <a:lnTo>
                    <a:pt x="567" y="12759"/>
                  </a:lnTo>
                  <a:cubicBezTo>
                    <a:pt x="-1211" y="7806"/>
                    <a:pt x="1329" y="2345"/>
                    <a:pt x="6282" y="567"/>
                  </a:cubicBezTo>
                  <a:cubicBezTo>
                    <a:pt x="11235" y="-1211"/>
                    <a:pt x="16696" y="1329"/>
                    <a:pt x="18474" y="6282"/>
                  </a:cubicBezTo>
                  <a:lnTo>
                    <a:pt x="36000" y="54924"/>
                  </a:lnTo>
                  <a:cubicBezTo>
                    <a:pt x="37778" y="59877"/>
                    <a:pt x="35238" y="65338"/>
                    <a:pt x="30285" y="67116"/>
                  </a:cubicBezTo>
                  <a:cubicBezTo>
                    <a:pt x="25332" y="68894"/>
                    <a:pt x="19871" y="66354"/>
                    <a:pt x="18093" y="61401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63471" y="131348"/>
              <a:ext cx="41101" cy="87143"/>
            </a:xfrm>
            <a:custGeom>
              <a:avLst/>
              <a:gdLst/>
              <a:ahLst/>
              <a:cxnLst/>
              <a:rect r="r" b="b" t="t" l="l"/>
              <a:pathLst>
                <a:path h="87143" w="41101">
                  <a:moveTo>
                    <a:pt x="23271" y="13306"/>
                  </a:moveTo>
                  <a:cubicBezTo>
                    <a:pt x="21112" y="18132"/>
                    <a:pt x="19715" y="23212"/>
                    <a:pt x="19207" y="28419"/>
                  </a:cubicBezTo>
                  <a:lnTo>
                    <a:pt x="9809" y="27530"/>
                  </a:lnTo>
                  <a:lnTo>
                    <a:pt x="19207" y="28419"/>
                  </a:lnTo>
                  <a:cubicBezTo>
                    <a:pt x="18699" y="33753"/>
                    <a:pt x="19080" y="38960"/>
                    <a:pt x="20350" y="44040"/>
                  </a:cubicBezTo>
                  <a:lnTo>
                    <a:pt x="11206" y="46453"/>
                  </a:lnTo>
                  <a:lnTo>
                    <a:pt x="20477" y="44167"/>
                  </a:lnTo>
                  <a:cubicBezTo>
                    <a:pt x="21747" y="49374"/>
                    <a:pt x="23779" y="54073"/>
                    <a:pt x="26700" y="58518"/>
                  </a:cubicBezTo>
                  <a:cubicBezTo>
                    <a:pt x="29621" y="62963"/>
                    <a:pt x="33177" y="66773"/>
                    <a:pt x="37368" y="70075"/>
                  </a:cubicBezTo>
                  <a:cubicBezTo>
                    <a:pt x="41559" y="73377"/>
                    <a:pt x="42321" y="79219"/>
                    <a:pt x="39146" y="83410"/>
                  </a:cubicBezTo>
                  <a:cubicBezTo>
                    <a:pt x="35971" y="87601"/>
                    <a:pt x="30002" y="88363"/>
                    <a:pt x="25811" y="85188"/>
                  </a:cubicBezTo>
                  <a:cubicBezTo>
                    <a:pt x="19969" y="80616"/>
                    <a:pt x="14889" y="75282"/>
                    <a:pt x="10825" y="69059"/>
                  </a:cubicBezTo>
                  <a:lnTo>
                    <a:pt x="18826" y="63852"/>
                  </a:lnTo>
                  <a:lnTo>
                    <a:pt x="10825" y="69059"/>
                  </a:lnTo>
                  <a:cubicBezTo>
                    <a:pt x="6761" y="62836"/>
                    <a:pt x="3840" y="56105"/>
                    <a:pt x="1935" y="48866"/>
                  </a:cubicBezTo>
                  <a:cubicBezTo>
                    <a:pt x="30" y="41627"/>
                    <a:pt x="-351" y="34261"/>
                    <a:pt x="284" y="26895"/>
                  </a:cubicBezTo>
                  <a:cubicBezTo>
                    <a:pt x="919" y="19529"/>
                    <a:pt x="2824" y="12417"/>
                    <a:pt x="5999" y="5559"/>
                  </a:cubicBezTo>
                  <a:cubicBezTo>
                    <a:pt x="8158" y="733"/>
                    <a:pt x="13746" y="-1299"/>
                    <a:pt x="18572" y="860"/>
                  </a:cubicBezTo>
                  <a:cubicBezTo>
                    <a:pt x="23398" y="3019"/>
                    <a:pt x="25430" y="8607"/>
                    <a:pt x="23271" y="13433"/>
                  </a:cubicBezTo>
                  <a:close/>
                </a:path>
              </a:pathLst>
            </a:custGeom>
            <a:solidFill>
              <a:srgbClr val="282824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4989166" y="907971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3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886325" y="1124750"/>
            <a:ext cx="548498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Diverse Applications of FER </a:t>
            </a:r>
          </a:p>
          <a:p>
            <a:pPr algn="l">
              <a:lnSpc>
                <a:spcPts val="3051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Technology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172647" y="2454211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529263" y="7188137"/>
            <a:ext cx="4691691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Measures audience reactions in real-time to optimize content effectiveness.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529263" y="3673412"/>
            <a:ext cx="490648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Adaptive interfaces respond to emotional states, enhancing user experience.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529263" y="4968812"/>
            <a:ext cx="5114858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Patient monitoring, emotional disorder analysis, and pain detection.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886325" y="2568511"/>
            <a:ext cx="6028030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Theabilitytoautomatically interpretemotionalstatesopensuptransformative 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886325" y="2844736"/>
            <a:ext cx="264994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possibilitiesacrossvarious sectors.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529263" y="5930837"/>
            <a:ext cx="5402437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Detects student engagement and frustration, allowing for personalized learning adjustments.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529263" y="5543874"/>
            <a:ext cx="222982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Education &amp; E-learning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529263" y="6801174"/>
            <a:ext cx="239442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Marketing &amp; Advertising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5529263" y="4553274"/>
            <a:ext cx="24060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Healthcare &amp; Well-being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529263" y="3295974"/>
            <a:ext cx="29179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Human-Computer Interaction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43750" y="419052"/>
            <a:ext cx="4286250" cy="7810243"/>
            <a:chOff x="0" y="0"/>
            <a:chExt cx="5715000" cy="10413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10413619"/>
            </a:xfrm>
            <a:custGeom>
              <a:avLst/>
              <a:gdLst/>
              <a:ahLst/>
              <a:cxnLst/>
              <a:rect r="r" b="b" t="t" l="l"/>
              <a:pathLst>
                <a:path h="104136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0413619"/>
                  </a:lnTo>
                  <a:lnTo>
                    <a:pt x="0" y="10413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" t="-3" r="-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0075" y="895045"/>
            <a:ext cx="933450" cy="323850"/>
            <a:chOff x="0" y="0"/>
            <a:chExt cx="933450" cy="323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0" cy="323850"/>
            </a:xfrm>
            <a:custGeom>
              <a:avLst/>
              <a:gdLst/>
              <a:ahLst/>
              <a:cxnLst/>
              <a:rect r="r" b="b" t="t" l="l"/>
              <a:pathLst>
                <a:path h="323850" w="93345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5080"/>
                  </a:cubicBezTo>
                  <a:cubicBezTo>
                    <a:pt x="6731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306705"/>
                  </a:lnTo>
                  <a:cubicBezTo>
                    <a:pt x="933450" y="308991"/>
                    <a:pt x="933069" y="311150"/>
                    <a:pt x="932180" y="313309"/>
                  </a:cubicBezTo>
                  <a:cubicBezTo>
                    <a:pt x="931291" y="315468"/>
                    <a:pt x="930021" y="317246"/>
                    <a:pt x="928497" y="318897"/>
                  </a:cubicBezTo>
                  <a:cubicBezTo>
                    <a:pt x="926973" y="320548"/>
                    <a:pt x="925068" y="321818"/>
                    <a:pt x="922909" y="322580"/>
                  </a:cubicBezTo>
                  <a:cubicBezTo>
                    <a:pt x="920750" y="323342"/>
                    <a:pt x="918591" y="323850"/>
                    <a:pt x="91630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5080" y="318770"/>
                  </a:cubicBezTo>
                  <a:cubicBezTo>
                    <a:pt x="3556" y="317119"/>
                    <a:pt x="2159" y="315341"/>
                    <a:pt x="1270" y="313309"/>
                  </a:cubicBezTo>
                  <a:cubicBezTo>
                    <a:pt x="381" y="311277"/>
                    <a:pt x="0" y="308991"/>
                    <a:pt x="0" y="306705"/>
                  </a:cubicBezTo>
                </a:path>
              </a:pathLst>
            </a:custGeom>
            <a:solidFill>
              <a:srgbClr val="E7E7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4191" y="3298517"/>
            <a:ext cx="1012831" cy="4518022"/>
            <a:chOff x="0" y="0"/>
            <a:chExt cx="1012838" cy="4518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56415" y="63500"/>
              <a:ext cx="19050" cy="4391024"/>
            </a:xfrm>
            <a:custGeom>
              <a:avLst/>
              <a:gdLst/>
              <a:ahLst/>
              <a:cxnLst/>
              <a:rect r="r" b="b" t="t" l="l"/>
              <a:pathLst>
                <a:path h="4391024" w="19050">
                  <a:moveTo>
                    <a:pt x="0" y="4381499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4381499"/>
                  </a:lnTo>
                  <a:cubicBezTo>
                    <a:pt x="19050" y="4384166"/>
                    <a:pt x="18161" y="4386325"/>
                    <a:pt x="16256" y="4388230"/>
                  </a:cubicBezTo>
                  <a:cubicBezTo>
                    <a:pt x="14351" y="4390135"/>
                    <a:pt x="12192" y="4391024"/>
                    <a:pt x="9525" y="4391024"/>
                  </a:cubicBezTo>
                  <a:cubicBezTo>
                    <a:pt x="6858" y="4391024"/>
                    <a:pt x="4699" y="4390135"/>
                    <a:pt x="2794" y="4388230"/>
                  </a:cubicBezTo>
                  <a:cubicBezTo>
                    <a:pt x="889" y="4386325"/>
                    <a:pt x="0" y="4384166"/>
                    <a:pt x="0" y="4381499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34978" y="244475"/>
              <a:ext cx="514353" cy="19050"/>
            </a:xfrm>
            <a:custGeom>
              <a:avLst/>
              <a:gdLst/>
              <a:ahLst/>
              <a:cxnLst/>
              <a:rect r="r" b="b" t="t" l="l"/>
              <a:pathLst>
                <a:path h="19050" w="514353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8" y="0"/>
                  </a:lnTo>
                  <a:cubicBezTo>
                    <a:pt x="507495" y="0"/>
                    <a:pt x="509654" y="889"/>
                    <a:pt x="511559" y="2794"/>
                  </a:cubicBezTo>
                  <a:cubicBezTo>
                    <a:pt x="513464" y="4699"/>
                    <a:pt x="514353" y="6858"/>
                    <a:pt x="514353" y="9525"/>
                  </a:cubicBezTo>
                  <a:cubicBezTo>
                    <a:pt x="514353" y="12192"/>
                    <a:pt x="513464" y="14351"/>
                    <a:pt x="511559" y="16256"/>
                  </a:cubicBezTo>
                  <a:cubicBezTo>
                    <a:pt x="509654" y="18161"/>
                    <a:pt x="507495" y="19050"/>
                    <a:pt x="504828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90654" cy="381000"/>
            </a:xfrm>
            <a:custGeom>
              <a:avLst/>
              <a:gdLst/>
              <a:ahLst/>
              <a:cxnLst/>
              <a:rect r="r" b="b" t="t" l="l"/>
              <a:pathLst>
                <a:path h="381000" w="390654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3" y="0"/>
                    <a:pt x="21464" y="0"/>
                  </a:cubicBezTo>
                  <a:lnTo>
                    <a:pt x="369065" y="0"/>
                  </a:lnTo>
                  <a:cubicBezTo>
                    <a:pt x="371859" y="0"/>
                    <a:pt x="374653" y="508"/>
                    <a:pt x="377320" y="1651"/>
                  </a:cubicBezTo>
                  <a:cubicBezTo>
                    <a:pt x="379987" y="2794"/>
                    <a:pt x="382273" y="4318"/>
                    <a:pt x="384305" y="6350"/>
                  </a:cubicBezTo>
                  <a:cubicBezTo>
                    <a:pt x="386337" y="8382"/>
                    <a:pt x="387861" y="10668"/>
                    <a:pt x="389004" y="13335"/>
                  </a:cubicBezTo>
                  <a:cubicBezTo>
                    <a:pt x="390147" y="16002"/>
                    <a:pt x="390655" y="18669"/>
                    <a:pt x="390655" y="21590"/>
                  </a:cubicBezTo>
                  <a:lnTo>
                    <a:pt x="390655" y="359537"/>
                  </a:lnTo>
                  <a:cubicBezTo>
                    <a:pt x="390655" y="362331"/>
                    <a:pt x="390147" y="365125"/>
                    <a:pt x="389004" y="367665"/>
                  </a:cubicBezTo>
                  <a:cubicBezTo>
                    <a:pt x="387861" y="370205"/>
                    <a:pt x="386337" y="372618"/>
                    <a:pt x="384305" y="374650"/>
                  </a:cubicBezTo>
                  <a:cubicBezTo>
                    <a:pt x="382273" y="376682"/>
                    <a:pt x="379987" y="378206"/>
                    <a:pt x="377320" y="379349"/>
                  </a:cubicBezTo>
                  <a:cubicBezTo>
                    <a:pt x="374653" y="380492"/>
                    <a:pt x="371986" y="381000"/>
                    <a:pt x="369065" y="381000"/>
                  </a:cubicBezTo>
                  <a:lnTo>
                    <a:pt x="21464" y="381000"/>
                  </a:lnTo>
                  <a:cubicBezTo>
                    <a:pt x="18670" y="381000"/>
                    <a:pt x="15875" y="380492"/>
                    <a:pt x="13208" y="379349"/>
                  </a:cubicBezTo>
                  <a:cubicBezTo>
                    <a:pt x="10541" y="378206"/>
                    <a:pt x="8255" y="376682"/>
                    <a:pt x="6223" y="374650"/>
                  </a:cubicBezTo>
                  <a:cubicBezTo>
                    <a:pt x="4191" y="372618"/>
                    <a:pt x="2667" y="370332"/>
                    <a:pt x="1524" y="367665"/>
                  </a:cubicBezTo>
                  <a:cubicBezTo>
                    <a:pt x="381" y="364998"/>
                    <a:pt x="0" y="362458"/>
                    <a:pt x="0" y="359537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34978" y="1292225"/>
              <a:ext cx="514353" cy="19050"/>
            </a:xfrm>
            <a:custGeom>
              <a:avLst/>
              <a:gdLst/>
              <a:ahLst/>
              <a:cxnLst/>
              <a:rect r="r" b="b" t="t" l="l"/>
              <a:pathLst>
                <a:path h="19050" w="514353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8" y="0"/>
                  </a:lnTo>
                  <a:cubicBezTo>
                    <a:pt x="507495" y="0"/>
                    <a:pt x="509654" y="889"/>
                    <a:pt x="511559" y="2794"/>
                  </a:cubicBezTo>
                  <a:cubicBezTo>
                    <a:pt x="513464" y="4699"/>
                    <a:pt x="514353" y="6858"/>
                    <a:pt x="514353" y="9525"/>
                  </a:cubicBezTo>
                  <a:cubicBezTo>
                    <a:pt x="514353" y="12192"/>
                    <a:pt x="513464" y="14351"/>
                    <a:pt x="511559" y="16256"/>
                  </a:cubicBezTo>
                  <a:cubicBezTo>
                    <a:pt x="509654" y="18161"/>
                    <a:pt x="507495" y="19050"/>
                    <a:pt x="504828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373" y="1101598"/>
              <a:ext cx="390781" cy="390779"/>
            </a:xfrm>
            <a:custGeom>
              <a:avLst/>
              <a:gdLst/>
              <a:ahLst/>
              <a:cxnLst/>
              <a:rect r="r" b="b" t="t" l="l"/>
              <a:pathLst>
                <a:path h="390779" w="390781">
                  <a:moveTo>
                    <a:pt x="127" y="369189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7" y="0"/>
                    <a:pt x="21718" y="0"/>
                  </a:cubicBezTo>
                  <a:lnTo>
                    <a:pt x="369192" y="0"/>
                  </a:lnTo>
                  <a:cubicBezTo>
                    <a:pt x="371986" y="0"/>
                    <a:pt x="374780" y="508"/>
                    <a:pt x="377447" y="1651"/>
                  </a:cubicBezTo>
                  <a:cubicBezTo>
                    <a:pt x="380114" y="2794"/>
                    <a:pt x="382400" y="4318"/>
                    <a:pt x="384432" y="6350"/>
                  </a:cubicBezTo>
                  <a:cubicBezTo>
                    <a:pt x="386464" y="8382"/>
                    <a:pt x="387988" y="10668"/>
                    <a:pt x="389131" y="13335"/>
                  </a:cubicBezTo>
                  <a:cubicBezTo>
                    <a:pt x="390274" y="16002"/>
                    <a:pt x="390782" y="18669"/>
                    <a:pt x="390782" y="21590"/>
                  </a:cubicBezTo>
                  <a:lnTo>
                    <a:pt x="390782" y="369316"/>
                  </a:lnTo>
                  <a:cubicBezTo>
                    <a:pt x="390782" y="372110"/>
                    <a:pt x="390274" y="374904"/>
                    <a:pt x="389131" y="377444"/>
                  </a:cubicBezTo>
                  <a:cubicBezTo>
                    <a:pt x="387988" y="379984"/>
                    <a:pt x="386464" y="382397"/>
                    <a:pt x="384432" y="384429"/>
                  </a:cubicBezTo>
                  <a:cubicBezTo>
                    <a:pt x="382400" y="386461"/>
                    <a:pt x="380114" y="387985"/>
                    <a:pt x="377447" y="389128"/>
                  </a:cubicBezTo>
                  <a:cubicBezTo>
                    <a:pt x="374780" y="390271"/>
                    <a:pt x="372113" y="390779"/>
                    <a:pt x="369192" y="390779"/>
                  </a:cubicBezTo>
                  <a:lnTo>
                    <a:pt x="21591" y="390779"/>
                  </a:lnTo>
                  <a:cubicBezTo>
                    <a:pt x="18797" y="390779"/>
                    <a:pt x="16002" y="390271"/>
                    <a:pt x="13335" y="389128"/>
                  </a:cubicBezTo>
                  <a:cubicBezTo>
                    <a:pt x="10668" y="387985"/>
                    <a:pt x="8382" y="386461"/>
                    <a:pt x="6350" y="384429"/>
                  </a:cubicBezTo>
                  <a:cubicBezTo>
                    <a:pt x="4318" y="382397"/>
                    <a:pt x="2794" y="380111"/>
                    <a:pt x="1651" y="377444"/>
                  </a:cubicBezTo>
                  <a:cubicBezTo>
                    <a:pt x="508" y="374777"/>
                    <a:pt x="0" y="372110"/>
                    <a:pt x="0" y="369316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34978" y="2339974"/>
              <a:ext cx="514353" cy="19050"/>
            </a:xfrm>
            <a:custGeom>
              <a:avLst/>
              <a:gdLst/>
              <a:ahLst/>
              <a:cxnLst/>
              <a:rect r="r" b="b" t="t" l="l"/>
              <a:pathLst>
                <a:path h="19050" w="514353">
                  <a:moveTo>
                    <a:pt x="0" y="9525"/>
                  </a:moveTo>
                  <a:cubicBezTo>
                    <a:pt x="0" y="6859"/>
                    <a:pt x="889" y="4699"/>
                    <a:pt x="2794" y="2794"/>
                  </a:cubicBezTo>
                  <a:cubicBezTo>
                    <a:pt x="4699" y="890"/>
                    <a:pt x="6858" y="0"/>
                    <a:pt x="9525" y="0"/>
                  </a:cubicBezTo>
                  <a:lnTo>
                    <a:pt x="504828" y="0"/>
                  </a:lnTo>
                  <a:cubicBezTo>
                    <a:pt x="507495" y="0"/>
                    <a:pt x="509654" y="890"/>
                    <a:pt x="511559" y="2794"/>
                  </a:cubicBezTo>
                  <a:cubicBezTo>
                    <a:pt x="513464" y="4699"/>
                    <a:pt x="514353" y="6859"/>
                    <a:pt x="514353" y="9525"/>
                  </a:cubicBezTo>
                  <a:cubicBezTo>
                    <a:pt x="514353" y="12193"/>
                    <a:pt x="513464" y="14351"/>
                    <a:pt x="511559" y="16256"/>
                  </a:cubicBezTo>
                  <a:cubicBezTo>
                    <a:pt x="509654" y="18161"/>
                    <a:pt x="507495" y="19050"/>
                    <a:pt x="504828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3"/>
                    <a:pt x="0" y="952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373" y="2149347"/>
              <a:ext cx="390781" cy="390779"/>
            </a:xfrm>
            <a:custGeom>
              <a:avLst/>
              <a:gdLst/>
              <a:ahLst/>
              <a:cxnLst/>
              <a:rect r="r" b="b" t="t" l="l"/>
              <a:pathLst>
                <a:path h="390779" w="390781">
                  <a:moveTo>
                    <a:pt x="127" y="369189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6"/>
                  </a:cubicBezTo>
                  <a:cubicBezTo>
                    <a:pt x="2921" y="10668"/>
                    <a:pt x="4445" y="8383"/>
                    <a:pt x="6477" y="6350"/>
                  </a:cubicBezTo>
                  <a:cubicBezTo>
                    <a:pt x="8509" y="4318"/>
                    <a:pt x="10795" y="2795"/>
                    <a:pt x="13462" y="1652"/>
                  </a:cubicBezTo>
                  <a:cubicBezTo>
                    <a:pt x="16129" y="508"/>
                    <a:pt x="18797" y="0"/>
                    <a:pt x="21718" y="0"/>
                  </a:cubicBezTo>
                  <a:lnTo>
                    <a:pt x="369192" y="0"/>
                  </a:lnTo>
                  <a:cubicBezTo>
                    <a:pt x="371986" y="0"/>
                    <a:pt x="374780" y="508"/>
                    <a:pt x="377447" y="1652"/>
                  </a:cubicBezTo>
                  <a:cubicBezTo>
                    <a:pt x="380114" y="2795"/>
                    <a:pt x="382400" y="4318"/>
                    <a:pt x="384432" y="6350"/>
                  </a:cubicBezTo>
                  <a:cubicBezTo>
                    <a:pt x="386464" y="8383"/>
                    <a:pt x="387988" y="10668"/>
                    <a:pt x="389131" y="13336"/>
                  </a:cubicBezTo>
                  <a:cubicBezTo>
                    <a:pt x="390274" y="16002"/>
                    <a:pt x="390782" y="18670"/>
                    <a:pt x="390782" y="21590"/>
                  </a:cubicBezTo>
                  <a:lnTo>
                    <a:pt x="390782" y="369317"/>
                  </a:lnTo>
                  <a:cubicBezTo>
                    <a:pt x="390782" y="372111"/>
                    <a:pt x="390274" y="374904"/>
                    <a:pt x="389131" y="377445"/>
                  </a:cubicBezTo>
                  <a:cubicBezTo>
                    <a:pt x="387988" y="379984"/>
                    <a:pt x="386464" y="382397"/>
                    <a:pt x="384432" y="384429"/>
                  </a:cubicBezTo>
                  <a:cubicBezTo>
                    <a:pt x="382400" y="386461"/>
                    <a:pt x="380114" y="387985"/>
                    <a:pt x="377447" y="389128"/>
                  </a:cubicBezTo>
                  <a:cubicBezTo>
                    <a:pt x="374780" y="390271"/>
                    <a:pt x="372113" y="390779"/>
                    <a:pt x="369192" y="390779"/>
                  </a:cubicBezTo>
                  <a:lnTo>
                    <a:pt x="21591" y="390779"/>
                  </a:lnTo>
                  <a:cubicBezTo>
                    <a:pt x="18797" y="390779"/>
                    <a:pt x="16002" y="390271"/>
                    <a:pt x="13335" y="389128"/>
                  </a:cubicBezTo>
                  <a:cubicBezTo>
                    <a:pt x="10668" y="387985"/>
                    <a:pt x="8382" y="386461"/>
                    <a:pt x="6350" y="384429"/>
                  </a:cubicBezTo>
                  <a:cubicBezTo>
                    <a:pt x="4318" y="382397"/>
                    <a:pt x="2794" y="380111"/>
                    <a:pt x="1651" y="377445"/>
                  </a:cubicBezTo>
                  <a:cubicBezTo>
                    <a:pt x="508" y="374777"/>
                    <a:pt x="0" y="372111"/>
                    <a:pt x="0" y="369317"/>
                  </a:cubicBez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34978" y="3654424"/>
              <a:ext cx="514353" cy="19050"/>
            </a:xfrm>
            <a:custGeom>
              <a:avLst/>
              <a:gdLst/>
              <a:ahLst/>
              <a:cxnLst/>
              <a:rect r="r" b="b" t="t" l="l"/>
              <a:pathLst>
                <a:path h="19050" w="514353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8" y="0"/>
                  </a:lnTo>
                  <a:cubicBezTo>
                    <a:pt x="507495" y="0"/>
                    <a:pt x="509654" y="889"/>
                    <a:pt x="511559" y="2794"/>
                  </a:cubicBezTo>
                  <a:cubicBezTo>
                    <a:pt x="513464" y="4699"/>
                    <a:pt x="514353" y="6858"/>
                    <a:pt x="514353" y="9525"/>
                  </a:cubicBezTo>
                  <a:cubicBezTo>
                    <a:pt x="514353" y="12192"/>
                    <a:pt x="513464" y="14351"/>
                    <a:pt x="511559" y="16256"/>
                  </a:cubicBezTo>
                  <a:cubicBezTo>
                    <a:pt x="509654" y="18161"/>
                    <a:pt x="507495" y="19050"/>
                    <a:pt x="504828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</a:path>
              </a:pathLst>
            </a:custGeom>
            <a:solidFill>
              <a:srgbClr val="CBC5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373" y="3473322"/>
              <a:ext cx="390781" cy="390779"/>
            </a:xfrm>
            <a:custGeom>
              <a:avLst/>
              <a:gdLst/>
              <a:ahLst/>
              <a:cxnLst/>
              <a:rect r="r" b="b" t="t" l="l"/>
              <a:pathLst>
                <a:path h="390779" w="390781">
                  <a:moveTo>
                    <a:pt x="127" y="369189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7" y="0"/>
                    <a:pt x="21718" y="0"/>
                  </a:cubicBezTo>
                  <a:lnTo>
                    <a:pt x="369192" y="0"/>
                  </a:lnTo>
                  <a:cubicBezTo>
                    <a:pt x="371986" y="0"/>
                    <a:pt x="374780" y="508"/>
                    <a:pt x="377447" y="1651"/>
                  </a:cubicBezTo>
                  <a:cubicBezTo>
                    <a:pt x="380114" y="2794"/>
                    <a:pt x="382400" y="4318"/>
                    <a:pt x="384432" y="6350"/>
                  </a:cubicBezTo>
                  <a:cubicBezTo>
                    <a:pt x="386464" y="8382"/>
                    <a:pt x="387988" y="10668"/>
                    <a:pt x="389131" y="13335"/>
                  </a:cubicBezTo>
                  <a:cubicBezTo>
                    <a:pt x="390274" y="16002"/>
                    <a:pt x="390782" y="18669"/>
                    <a:pt x="390782" y="21590"/>
                  </a:cubicBezTo>
                  <a:lnTo>
                    <a:pt x="390782" y="369189"/>
                  </a:lnTo>
                  <a:cubicBezTo>
                    <a:pt x="390782" y="371983"/>
                    <a:pt x="390274" y="374777"/>
                    <a:pt x="389131" y="377444"/>
                  </a:cubicBezTo>
                  <a:cubicBezTo>
                    <a:pt x="387988" y="380111"/>
                    <a:pt x="386464" y="382397"/>
                    <a:pt x="384432" y="384429"/>
                  </a:cubicBezTo>
                  <a:cubicBezTo>
                    <a:pt x="382400" y="386461"/>
                    <a:pt x="380114" y="387985"/>
                    <a:pt x="377447" y="389128"/>
                  </a:cubicBezTo>
                  <a:cubicBezTo>
                    <a:pt x="374780" y="390271"/>
                    <a:pt x="372113" y="390779"/>
                    <a:pt x="369192" y="390779"/>
                  </a:cubicBezTo>
                  <a:lnTo>
                    <a:pt x="21591" y="390779"/>
                  </a:lnTo>
                  <a:cubicBezTo>
                    <a:pt x="18797" y="390779"/>
                    <a:pt x="16002" y="390271"/>
                    <a:pt x="13335" y="389128"/>
                  </a:cubicBezTo>
                  <a:cubicBezTo>
                    <a:pt x="10668" y="387985"/>
                    <a:pt x="8382" y="386461"/>
                    <a:pt x="6350" y="384429"/>
                  </a:cubicBezTo>
                  <a:cubicBezTo>
                    <a:pt x="4318" y="382397"/>
                    <a:pt x="2794" y="380111"/>
                    <a:pt x="1651" y="377444"/>
                  </a:cubicBezTo>
                  <a:cubicBezTo>
                    <a:pt x="508" y="374777"/>
                    <a:pt x="0" y="372110"/>
                    <a:pt x="0" y="369189"/>
                  </a:cubicBezTo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2916" y="926868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075" y="1143648"/>
            <a:ext cx="520287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</a:t>
            </a:r>
          </a:p>
          <a:p>
            <a:pPr algn="l">
              <a:lnSpc>
                <a:spcPts val="3051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Foundations and Evolution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6397" y="2473109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0206" y="3787559"/>
            <a:ext cx="3793474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Ekman &amp; Friesen proposed six universal emotions.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0206" y="7168934"/>
            <a:ext cx="4651619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FER2013, CK+, JAFFE, AffectNet provide rich data for model development.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0206" y="5844959"/>
            <a:ext cx="4859893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 architectures like VGGNet and ResNet improved accuracy significantly.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0206" y="4835309"/>
            <a:ext cx="4793609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Pre-Deep Learning: LBP, HOG features with SVM classification.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075" y="2587409"/>
            <a:ext cx="6081913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TheevolutionofFERspansfrompsychologicaltheoriesofuniversalemotions to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0075" y="2863634"/>
            <a:ext cx="2423827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advanced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8242" y="3339017"/>
            <a:ext cx="15214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8242" y="4386767"/>
            <a:ext cx="15214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8242" y="5434517"/>
            <a:ext cx="15214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8242" y="6758492"/>
            <a:ext cx="15214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0206" y="4419771"/>
            <a:ext cx="171829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Early Approaches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0206" y="6781971"/>
            <a:ext cx="245705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Key Datasets for Training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0206" y="3372021"/>
            <a:ext cx="250187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1978: Universal Emotions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0206" y="5467521"/>
            <a:ext cx="260602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Modern Deep Learning Era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04852"/>
            <a:ext cx="4286250" cy="6438643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t="-3" r="-2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86325" y="2542870"/>
            <a:ext cx="933450" cy="323850"/>
            <a:chOff x="0" y="0"/>
            <a:chExt cx="933450" cy="323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0" cy="323850"/>
            </a:xfrm>
            <a:custGeom>
              <a:avLst/>
              <a:gdLst/>
              <a:ahLst/>
              <a:cxnLst/>
              <a:rect r="r" b="b" t="t" l="l"/>
              <a:pathLst>
                <a:path h="323850" w="93345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4953" y="4953"/>
                  </a:cubicBezTo>
                  <a:cubicBezTo>
                    <a:pt x="6477" y="3302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306705"/>
                  </a:lnTo>
                  <a:cubicBezTo>
                    <a:pt x="933450" y="308991"/>
                    <a:pt x="933069" y="311150"/>
                    <a:pt x="932180" y="313309"/>
                  </a:cubicBezTo>
                  <a:cubicBezTo>
                    <a:pt x="931291" y="315468"/>
                    <a:pt x="930021" y="317246"/>
                    <a:pt x="928497" y="318897"/>
                  </a:cubicBezTo>
                  <a:cubicBezTo>
                    <a:pt x="926973" y="320548"/>
                    <a:pt x="925068" y="321818"/>
                    <a:pt x="922909" y="322580"/>
                  </a:cubicBezTo>
                  <a:cubicBezTo>
                    <a:pt x="920750" y="323342"/>
                    <a:pt x="918591" y="323850"/>
                    <a:pt x="91630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4953" y="318897"/>
                  </a:cubicBezTo>
                  <a:cubicBezTo>
                    <a:pt x="3302" y="317373"/>
                    <a:pt x="2159" y="315468"/>
                    <a:pt x="1270" y="313309"/>
                  </a:cubicBezTo>
                  <a:cubicBezTo>
                    <a:pt x="381" y="311150"/>
                    <a:pt x="0" y="308991"/>
                    <a:pt x="0" y="306705"/>
                  </a:cubicBezTo>
                </a:path>
              </a:pathLst>
            </a:custGeom>
            <a:solidFill>
              <a:srgbClr val="E7E7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14900" y="5276545"/>
            <a:ext cx="57150" cy="57150"/>
            <a:chOff x="0" y="0"/>
            <a:chExt cx="5715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14900" y="5886145"/>
            <a:ext cx="57150" cy="5715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05775" y="5276545"/>
            <a:ext cx="57150" cy="5715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05775" y="5886145"/>
            <a:ext cx="57150" cy="5715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4A4A4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989166" y="2574693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86325" y="2791473"/>
            <a:ext cx="5889984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Challenges in Robust Emotion </a:t>
            </a:r>
          </a:p>
          <a:p>
            <a:pPr algn="l">
              <a:lnSpc>
                <a:spcPts val="3199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Recognition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71998" y="4120934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86325" y="4235234"/>
            <a:ext cx="557759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Despite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progress,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achieving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real-world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scenarios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remains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86325" y="4511459"/>
            <a:ext cx="675389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complex.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60464" y="5016284"/>
            <a:ext cx="2066201" cy="98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Illumination and Lighting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Variability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Head Pose and Orientation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50901" y="5016284"/>
            <a:ext cx="2372058" cy="98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Occlusion (glasses, hair, hands,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etc.)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Cultural Nuances in Expression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476086"/>
            <a:ext cx="11556997" cy="7689847"/>
          </a:xfrm>
          <a:custGeom>
            <a:avLst/>
            <a:gdLst/>
            <a:ahLst/>
            <a:cxnLst/>
            <a:rect r="r" b="b" t="t" l="l"/>
            <a:pathLst>
              <a:path h="7689847" w="11556997">
                <a:moveTo>
                  <a:pt x="0" y="0"/>
                </a:moveTo>
                <a:lnTo>
                  <a:pt x="11556997" y="0"/>
                </a:lnTo>
                <a:lnTo>
                  <a:pt x="11556997" y="7689847"/>
                </a:lnTo>
                <a:lnTo>
                  <a:pt x="0" y="7689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916" y="1038204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07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075" y="1245602"/>
            <a:ext cx="1024508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Problem Statement: Accurate Emotion Classification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6396" y="2051064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75" y="7356489"/>
            <a:ext cx="5482142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addresses the need for reliable emotional intelligence in AI systems.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0075" y="2165364"/>
            <a:ext cx="9948767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Thecore challengeisto developa robustandhighlyaccuratesystemcapableofautomatically detectingandclassifyinghumanfacial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2441589"/>
            <a:ext cx="8620544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emotions from diverse image and video inputs, leveraging modern image processing and deep learning techniques.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93815" y="3048113"/>
            <a:ext cx="2362571" cy="35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b="true" sz="1812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Diverse Data Handling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30510" y="3413225"/>
            <a:ext cx="36252" cy="30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93977" y="5840757"/>
            <a:ext cx="2539813" cy="35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b="true" sz="1812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Deep Learning Accuracy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1456" y="6205869"/>
            <a:ext cx="36252" cy="30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3977" y="4409330"/>
            <a:ext cx="2922603" cy="361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b="true" sz="1812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Advanced Image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36723" y="4784682"/>
            <a:ext cx="36252" cy="31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2"/>
              </a:lnSpc>
            </a:pP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3977" y="6282069"/>
            <a:ext cx="3425676" cy="23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Trainrobustmodelsforhighclassification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3977" y="6517346"/>
            <a:ext cx="726272" cy="23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93815" y="3470375"/>
            <a:ext cx="3377270" cy="24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Aggregate</a:t>
            </a:r>
            <a:r>
              <a:rPr lang="en-US" sz="144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varied</a:t>
            </a:r>
            <a:r>
              <a:rPr lang="en-US" sz="144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images</a:t>
            </a:r>
            <a:r>
              <a:rPr lang="en-US" sz="144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44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annotations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93977" y="4851357"/>
            <a:ext cx="3501228" cy="24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spc="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Preprocess,</a:t>
            </a:r>
            <a:r>
              <a:rPr lang="en-US" sz="1449" spc="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 spc="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augment,and</a:t>
            </a:r>
            <a:r>
              <a:rPr lang="en-US" sz="1449" spc="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 spc="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normalize</a:t>
            </a:r>
            <a:r>
              <a:rPr lang="en-US" sz="1449" spc="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49" spc="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inputs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876043"/>
            <a:ext cx="11556997" cy="6889747"/>
            <a:chOff x="0" y="0"/>
            <a:chExt cx="11557000" cy="6889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762750"/>
            </a:xfrm>
            <a:custGeom>
              <a:avLst/>
              <a:gdLst/>
              <a:ahLst/>
              <a:cxnLst/>
              <a:rect r="r" b="b" t="t" l="l"/>
              <a:pathLst>
                <a:path h="6762750" w="11430000">
                  <a:moveTo>
                    <a:pt x="0" y="6762750"/>
                  </a:moveTo>
                  <a:lnTo>
                    <a:pt x="11430000" y="67627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4008"/>
              <a:ext cx="11430000" cy="6762242"/>
            </a:xfrm>
            <a:custGeom>
              <a:avLst/>
              <a:gdLst/>
              <a:ahLst/>
              <a:cxnLst/>
              <a:rect r="r" b="b" t="t" l="l"/>
              <a:pathLst>
                <a:path h="6762242" w="11430000">
                  <a:moveTo>
                    <a:pt x="0" y="0"/>
                  </a:moveTo>
                  <a:lnTo>
                    <a:pt x="0" y="6762242"/>
                  </a:lnTo>
                  <a:lnTo>
                    <a:pt x="11430000" y="67622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762750"/>
            </a:xfrm>
            <a:custGeom>
              <a:avLst/>
              <a:gdLst/>
              <a:ahLst/>
              <a:cxnLst/>
              <a:rect r="r" b="b" t="t" l="l"/>
              <a:pathLst>
                <a:path h="6762750" w="11430000">
                  <a:moveTo>
                    <a:pt x="0" y="6762750"/>
                  </a:moveTo>
                  <a:lnTo>
                    <a:pt x="11430000" y="67627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4008"/>
              <a:ext cx="11430000" cy="6762242"/>
            </a:xfrm>
            <a:custGeom>
              <a:avLst/>
              <a:gdLst/>
              <a:ahLst/>
              <a:cxnLst/>
              <a:rect r="r" b="b" t="t" l="l"/>
              <a:pathLst>
                <a:path h="6762242" w="11430000">
                  <a:moveTo>
                    <a:pt x="0" y="0"/>
                  </a:moveTo>
                  <a:lnTo>
                    <a:pt x="0" y="6762242"/>
                  </a:lnTo>
                  <a:lnTo>
                    <a:pt x="11430000" y="67622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43750" y="940051"/>
            <a:ext cx="4286250" cy="6762245"/>
            <a:chOff x="0" y="0"/>
            <a:chExt cx="5715000" cy="90163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9016365"/>
            </a:xfrm>
            <a:custGeom>
              <a:avLst/>
              <a:gdLst/>
              <a:ahLst/>
              <a:cxnLst/>
              <a:rect r="r" b="b" t="t" l="l"/>
              <a:pathLst>
                <a:path h="9016365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9016365"/>
                  </a:lnTo>
                  <a:lnTo>
                    <a:pt x="0" y="901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5" t="-7" r="-7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415796"/>
            <a:ext cx="933450" cy="314325"/>
            <a:chOff x="0" y="0"/>
            <a:chExt cx="933450" cy="3143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3450" cy="314325"/>
            </a:xfrm>
            <a:custGeom>
              <a:avLst/>
              <a:gdLst/>
              <a:ahLst/>
              <a:cxnLst/>
              <a:rect r="r" b="b" t="t" l="l"/>
              <a:pathLst>
                <a:path h="314325" w="933450">
                  <a:moveTo>
                    <a:pt x="0" y="297180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5080" y="4953"/>
                  </a:cubicBezTo>
                  <a:cubicBezTo>
                    <a:pt x="6731" y="3302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297180"/>
                  </a:lnTo>
                  <a:cubicBezTo>
                    <a:pt x="933450" y="299466"/>
                    <a:pt x="933069" y="301625"/>
                    <a:pt x="932180" y="303784"/>
                  </a:cubicBezTo>
                  <a:cubicBezTo>
                    <a:pt x="931291" y="305943"/>
                    <a:pt x="930021" y="307721"/>
                    <a:pt x="928497" y="309372"/>
                  </a:cubicBezTo>
                  <a:cubicBezTo>
                    <a:pt x="926973" y="311023"/>
                    <a:pt x="925068" y="312293"/>
                    <a:pt x="922909" y="313055"/>
                  </a:cubicBezTo>
                  <a:cubicBezTo>
                    <a:pt x="920750" y="313817"/>
                    <a:pt x="918591" y="314325"/>
                    <a:pt x="916305" y="314325"/>
                  </a:cubicBezTo>
                  <a:lnTo>
                    <a:pt x="17145" y="314325"/>
                  </a:lnTo>
                  <a:cubicBezTo>
                    <a:pt x="14859" y="314325"/>
                    <a:pt x="12700" y="313944"/>
                    <a:pt x="10541" y="313055"/>
                  </a:cubicBezTo>
                  <a:cubicBezTo>
                    <a:pt x="8382" y="312166"/>
                    <a:pt x="6604" y="310896"/>
                    <a:pt x="4953" y="309372"/>
                  </a:cubicBezTo>
                  <a:cubicBezTo>
                    <a:pt x="3302" y="307848"/>
                    <a:pt x="2159" y="305943"/>
                    <a:pt x="1270" y="303784"/>
                  </a:cubicBezTo>
                  <a:cubicBezTo>
                    <a:pt x="381" y="301625"/>
                    <a:pt x="0" y="299466"/>
                    <a:pt x="0" y="297180"/>
                  </a:cubicBezTo>
                </a:path>
              </a:pathLst>
            </a:custGeom>
            <a:solidFill>
              <a:srgbClr val="E7E7E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6572" y="4085968"/>
            <a:ext cx="984247" cy="3213106"/>
            <a:chOff x="0" y="0"/>
            <a:chExt cx="984250" cy="3213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857250" cy="1028699"/>
            </a:xfrm>
            <a:custGeom>
              <a:avLst/>
              <a:gdLst/>
              <a:ahLst/>
              <a:cxnLst/>
              <a:rect r="r" b="b" t="t" l="l"/>
              <a:pathLst>
                <a:path h="1028699" w="857250">
                  <a:moveTo>
                    <a:pt x="0" y="857249"/>
                  </a:moveTo>
                  <a:lnTo>
                    <a:pt x="428625" y="1028699"/>
                  </a:lnTo>
                  <a:lnTo>
                    <a:pt x="857250" y="857249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49"/>
                  </a:ln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1092199"/>
              <a:ext cx="857250" cy="1028699"/>
            </a:xfrm>
            <a:custGeom>
              <a:avLst/>
              <a:gdLst/>
              <a:ahLst/>
              <a:cxnLst/>
              <a:rect r="r" b="b" t="t" l="l"/>
              <a:pathLst>
                <a:path h="1028699" w="857250">
                  <a:moveTo>
                    <a:pt x="0" y="857249"/>
                  </a:moveTo>
                  <a:lnTo>
                    <a:pt x="428625" y="1028699"/>
                  </a:lnTo>
                  <a:lnTo>
                    <a:pt x="857250" y="857249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49"/>
                  </a:lnTo>
                </a:path>
              </a:pathLst>
            </a:custGeom>
            <a:solidFill>
              <a:srgbClr val="E5DFD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2120898"/>
              <a:ext cx="857250" cy="1028699"/>
            </a:xfrm>
            <a:custGeom>
              <a:avLst/>
              <a:gdLst/>
              <a:ahLst/>
              <a:cxnLst/>
              <a:rect r="r" b="b" t="t" l="l"/>
              <a:pathLst>
                <a:path h="1028699" w="857250">
                  <a:moveTo>
                    <a:pt x="0" y="857250"/>
                  </a:moveTo>
                  <a:lnTo>
                    <a:pt x="428625" y="1028699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</a:path>
              </a:pathLst>
            </a:custGeom>
            <a:solidFill>
              <a:srgbClr val="E5DFD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02916" y="1438094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075" y="1645348"/>
            <a:ext cx="531025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Proposed Solution: A Deep </a:t>
            </a:r>
          </a:p>
          <a:p>
            <a:pPr algn="l">
              <a:lnSpc>
                <a:spcPts val="2939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Learning Pipeline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1313" y="2984335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0075" y="3098635"/>
            <a:ext cx="5219614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Ourproposed systemusesasequence ofcomputervision techniques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075" y="3374860"/>
            <a:ext cx="5024276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culminatingin aConvolutionalNeural Network(CNN)for emotion classification.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8775" y="4689310"/>
            <a:ext cx="4318987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Convert to grayscale, normalize pixels, and resize images.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8775" y="6746710"/>
            <a:ext cx="4492466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 extracts deep features and predicts the emotion class.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8775" y="5718010"/>
            <a:ext cx="4884372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Detect the face region using Haar Cascade / MTCNN algorithms.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3986" y="4239578"/>
            <a:ext cx="15214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3986" y="5268278"/>
            <a:ext cx="15214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3986" y="6296978"/>
            <a:ext cx="15214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8775" y="5302472"/>
            <a:ext cx="147871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Face Detection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8775" y="4273772"/>
            <a:ext cx="215450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Input &amp; Preprocessing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8775" y="6331172"/>
            <a:ext cx="338707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Extraction &amp;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075" y="3485845"/>
            <a:ext cx="3009900" cy="2362200"/>
            <a:chOff x="0" y="0"/>
            <a:chExt cx="4013200" cy="314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13200" cy="3149600"/>
            </a:xfrm>
            <a:custGeom>
              <a:avLst/>
              <a:gdLst/>
              <a:ahLst/>
              <a:cxnLst/>
              <a:rect r="r" b="b" t="t" l="l"/>
              <a:pathLst>
                <a:path h="3149600" w="40132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3121025"/>
                  </a:lnTo>
                  <a:cubicBezTo>
                    <a:pt x="0" y="3128899"/>
                    <a:pt x="2794" y="3135630"/>
                    <a:pt x="8382" y="3141218"/>
                  </a:cubicBezTo>
                  <a:cubicBezTo>
                    <a:pt x="13970" y="3146806"/>
                    <a:pt x="20701" y="3149600"/>
                    <a:pt x="28575" y="3149600"/>
                  </a:cubicBezTo>
                  <a:lnTo>
                    <a:pt x="3984625" y="3149600"/>
                  </a:lnTo>
                  <a:cubicBezTo>
                    <a:pt x="3992499" y="3149600"/>
                    <a:pt x="3999230" y="3146806"/>
                    <a:pt x="4004818" y="3141218"/>
                  </a:cubicBezTo>
                  <a:cubicBezTo>
                    <a:pt x="4010406" y="3135630"/>
                    <a:pt x="4013200" y="3128899"/>
                    <a:pt x="4013200" y="3121025"/>
                  </a:cubicBezTo>
                  <a:lnTo>
                    <a:pt x="4013200" y="28575"/>
                  </a:lnTo>
                  <a:cubicBezTo>
                    <a:pt x="4013200" y="20701"/>
                    <a:pt x="4010406" y="13970"/>
                    <a:pt x="4004818" y="8382"/>
                  </a:cubicBezTo>
                  <a:cubicBezTo>
                    <a:pt x="3999230" y="2794"/>
                    <a:pt x="3992499" y="0"/>
                    <a:pt x="39846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62425" y="2866720"/>
            <a:ext cx="3124200" cy="3171825"/>
            <a:chOff x="0" y="0"/>
            <a:chExt cx="4165600" cy="422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65600" cy="4229100"/>
            </a:xfrm>
            <a:custGeom>
              <a:avLst/>
              <a:gdLst/>
              <a:ahLst/>
              <a:cxnLst/>
              <a:rect r="r" b="b" t="t" l="l"/>
              <a:pathLst>
                <a:path h="4229100" w="41656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4200525"/>
                  </a:lnTo>
                  <a:cubicBezTo>
                    <a:pt x="0" y="4208399"/>
                    <a:pt x="2794" y="4215130"/>
                    <a:pt x="8382" y="4220718"/>
                  </a:cubicBezTo>
                  <a:cubicBezTo>
                    <a:pt x="13970" y="4226306"/>
                    <a:pt x="20701" y="4229100"/>
                    <a:pt x="28575" y="4229100"/>
                  </a:cubicBezTo>
                  <a:lnTo>
                    <a:pt x="4137025" y="4229100"/>
                  </a:lnTo>
                  <a:cubicBezTo>
                    <a:pt x="4144899" y="4229100"/>
                    <a:pt x="4151630" y="4226306"/>
                    <a:pt x="4157218" y="4220718"/>
                  </a:cubicBezTo>
                  <a:cubicBezTo>
                    <a:pt x="4162806" y="4215130"/>
                    <a:pt x="4165600" y="4208399"/>
                    <a:pt x="4165600" y="4200525"/>
                  </a:cubicBezTo>
                  <a:lnTo>
                    <a:pt x="4165600" y="28575"/>
                  </a:lnTo>
                  <a:cubicBezTo>
                    <a:pt x="4165600" y="20701"/>
                    <a:pt x="4162806" y="13970"/>
                    <a:pt x="4157218" y="8382"/>
                  </a:cubicBezTo>
                  <a:cubicBezTo>
                    <a:pt x="4151630" y="2794"/>
                    <a:pt x="4144899" y="0"/>
                    <a:pt x="413702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15250" y="2866720"/>
            <a:ext cx="3009900" cy="2819400"/>
            <a:chOff x="0" y="0"/>
            <a:chExt cx="4013200" cy="375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132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40132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3730625"/>
                  </a:lnTo>
                  <a:cubicBezTo>
                    <a:pt x="0" y="3738499"/>
                    <a:pt x="2794" y="3745230"/>
                    <a:pt x="8382" y="3750818"/>
                  </a:cubicBezTo>
                  <a:cubicBezTo>
                    <a:pt x="13970" y="3756406"/>
                    <a:pt x="20701" y="3759200"/>
                    <a:pt x="28575" y="3759200"/>
                  </a:cubicBezTo>
                  <a:lnTo>
                    <a:pt x="3984625" y="3759200"/>
                  </a:lnTo>
                  <a:cubicBezTo>
                    <a:pt x="3992499" y="3759200"/>
                    <a:pt x="3999230" y="3756406"/>
                    <a:pt x="4004818" y="3750818"/>
                  </a:cubicBezTo>
                  <a:cubicBezTo>
                    <a:pt x="4010406" y="3745230"/>
                    <a:pt x="4013200" y="3738499"/>
                    <a:pt x="4013200" y="3730625"/>
                  </a:cubicBezTo>
                  <a:lnTo>
                    <a:pt x="4013200" y="28575"/>
                  </a:lnTo>
                  <a:cubicBezTo>
                    <a:pt x="4013200" y="20701"/>
                    <a:pt x="4010406" y="13970"/>
                    <a:pt x="4004818" y="8382"/>
                  </a:cubicBezTo>
                  <a:cubicBezTo>
                    <a:pt x="3999230" y="2794"/>
                    <a:pt x="3992499" y="0"/>
                    <a:pt x="398462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00075" y="1916887"/>
            <a:ext cx="2566864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270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Results / Output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272902"/>
            <a:ext cx="11556997" cy="8099422"/>
            <a:chOff x="0" y="0"/>
            <a:chExt cx="11557000" cy="8099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972425"/>
            </a:xfrm>
            <a:custGeom>
              <a:avLst/>
              <a:gdLst/>
              <a:ahLst/>
              <a:cxnLst/>
              <a:rect r="r" b="b" t="t" l="l"/>
              <a:pathLst>
                <a:path h="7972425" w="11430000">
                  <a:moveTo>
                    <a:pt x="0" y="0"/>
                  </a:moveTo>
                  <a:lnTo>
                    <a:pt x="0" y="7972425"/>
                  </a:lnTo>
                  <a:lnTo>
                    <a:pt x="11430000" y="7972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7972425"/>
            </a:xfrm>
            <a:custGeom>
              <a:avLst/>
              <a:gdLst/>
              <a:ahLst/>
              <a:cxnLst/>
              <a:rect r="r" b="b" t="t" l="l"/>
              <a:pathLst>
                <a:path h="7972425" w="11430000">
                  <a:moveTo>
                    <a:pt x="0" y="0"/>
                  </a:moveTo>
                  <a:lnTo>
                    <a:pt x="0" y="7972425"/>
                  </a:lnTo>
                  <a:lnTo>
                    <a:pt x="11430000" y="7972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972425"/>
            </a:xfrm>
            <a:custGeom>
              <a:avLst/>
              <a:gdLst/>
              <a:ahLst/>
              <a:cxnLst/>
              <a:rect r="r" b="b" t="t" l="l"/>
              <a:pathLst>
                <a:path h="7972425" w="11430000">
                  <a:moveTo>
                    <a:pt x="0" y="0"/>
                  </a:moveTo>
                  <a:lnTo>
                    <a:pt x="0" y="7972425"/>
                  </a:lnTo>
                  <a:lnTo>
                    <a:pt x="11430000" y="7972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7972425"/>
            </a:xfrm>
            <a:custGeom>
              <a:avLst/>
              <a:gdLst/>
              <a:ahLst/>
              <a:cxnLst/>
              <a:rect r="r" b="b" t="t" l="l"/>
              <a:pathLst>
                <a:path h="7972425" w="11430000">
                  <a:moveTo>
                    <a:pt x="0" y="0"/>
                  </a:moveTo>
                  <a:lnTo>
                    <a:pt x="0" y="7972425"/>
                  </a:lnTo>
                  <a:lnTo>
                    <a:pt x="11430000" y="7972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DD6C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7972425"/>
            </a:xfrm>
            <a:custGeom>
              <a:avLst/>
              <a:gdLst/>
              <a:ahLst/>
              <a:cxnLst/>
              <a:rect r="r" b="b" t="t" l="l"/>
              <a:pathLst>
                <a:path h="7972425" w="11430000">
                  <a:moveTo>
                    <a:pt x="0" y="0"/>
                  </a:moveTo>
                  <a:lnTo>
                    <a:pt x="0" y="7972425"/>
                  </a:lnTo>
                  <a:lnTo>
                    <a:pt x="11430000" y="79724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FECE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336406"/>
            <a:ext cx="4286250" cy="7972425"/>
            <a:chOff x="0" y="0"/>
            <a:chExt cx="5715000" cy="10629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10629900"/>
            </a:xfrm>
            <a:custGeom>
              <a:avLst/>
              <a:gdLst/>
              <a:ahLst/>
              <a:cxnLst/>
              <a:rect r="r" b="b" t="t" l="l"/>
              <a:pathLst>
                <a:path h="106299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0629900"/>
                  </a:lnTo>
                  <a:lnTo>
                    <a:pt x="0" y="1062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2" t="0" r="-13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86325" y="812656"/>
            <a:ext cx="933450" cy="314325"/>
            <a:chOff x="0" y="0"/>
            <a:chExt cx="933450" cy="3143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3450" cy="314325"/>
            </a:xfrm>
            <a:custGeom>
              <a:avLst/>
              <a:gdLst/>
              <a:ahLst/>
              <a:cxnLst/>
              <a:rect r="r" b="b" t="t" l="l"/>
              <a:pathLst>
                <a:path h="314325" w="933450">
                  <a:moveTo>
                    <a:pt x="0" y="297180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4953" y="5080"/>
                  </a:cubicBezTo>
                  <a:cubicBezTo>
                    <a:pt x="6477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297180"/>
                  </a:lnTo>
                  <a:cubicBezTo>
                    <a:pt x="933450" y="299466"/>
                    <a:pt x="933069" y="301625"/>
                    <a:pt x="932180" y="303784"/>
                  </a:cubicBezTo>
                  <a:cubicBezTo>
                    <a:pt x="931291" y="305943"/>
                    <a:pt x="930021" y="307721"/>
                    <a:pt x="928497" y="309372"/>
                  </a:cubicBezTo>
                  <a:cubicBezTo>
                    <a:pt x="926973" y="311023"/>
                    <a:pt x="925068" y="312166"/>
                    <a:pt x="922909" y="313055"/>
                  </a:cubicBezTo>
                  <a:cubicBezTo>
                    <a:pt x="920750" y="313944"/>
                    <a:pt x="918591" y="314325"/>
                    <a:pt x="916305" y="314325"/>
                  </a:cubicBezTo>
                  <a:lnTo>
                    <a:pt x="17145" y="314325"/>
                  </a:lnTo>
                  <a:cubicBezTo>
                    <a:pt x="14859" y="314325"/>
                    <a:pt x="12700" y="313944"/>
                    <a:pt x="10541" y="313055"/>
                  </a:cubicBezTo>
                  <a:cubicBezTo>
                    <a:pt x="8382" y="312166"/>
                    <a:pt x="6604" y="310896"/>
                    <a:pt x="4953" y="309372"/>
                  </a:cubicBezTo>
                  <a:cubicBezTo>
                    <a:pt x="3302" y="307848"/>
                    <a:pt x="2159" y="305943"/>
                    <a:pt x="1270" y="303784"/>
                  </a:cubicBezTo>
                  <a:cubicBezTo>
                    <a:pt x="381" y="301625"/>
                    <a:pt x="0" y="299466"/>
                    <a:pt x="0" y="297180"/>
                  </a:cubicBezTo>
                </a:path>
              </a:pathLst>
            </a:custGeom>
            <a:solidFill>
              <a:srgbClr val="E7E7E4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4822822" y="3740002"/>
            <a:ext cx="3013072" cy="2193922"/>
          </a:xfrm>
          <a:custGeom>
            <a:avLst/>
            <a:gdLst/>
            <a:ahLst/>
            <a:cxnLst/>
            <a:rect r="r" b="b" t="t" l="l"/>
            <a:pathLst>
              <a:path h="2193922" w="3013072">
                <a:moveTo>
                  <a:pt x="0" y="0"/>
                </a:moveTo>
                <a:lnTo>
                  <a:pt x="3013072" y="0"/>
                </a:lnTo>
                <a:lnTo>
                  <a:pt x="3013072" y="2193922"/>
                </a:lnTo>
                <a:lnTo>
                  <a:pt x="0" y="21939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80347" y="3740002"/>
            <a:ext cx="3013072" cy="2193922"/>
          </a:xfrm>
          <a:custGeom>
            <a:avLst/>
            <a:gdLst/>
            <a:ahLst/>
            <a:cxnLst/>
            <a:rect r="r" b="b" t="t" l="l"/>
            <a:pathLst>
              <a:path h="2193922" w="3013072">
                <a:moveTo>
                  <a:pt x="0" y="0"/>
                </a:moveTo>
                <a:lnTo>
                  <a:pt x="3013072" y="0"/>
                </a:lnTo>
                <a:lnTo>
                  <a:pt x="3013072" y="2193922"/>
                </a:lnTo>
                <a:lnTo>
                  <a:pt x="0" y="2193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22822" y="5978377"/>
            <a:ext cx="6070597" cy="1927222"/>
          </a:xfrm>
          <a:custGeom>
            <a:avLst/>
            <a:gdLst/>
            <a:ahLst/>
            <a:cxnLst/>
            <a:rect r="r" b="b" t="t" l="l"/>
            <a:pathLst>
              <a:path h="1927222" w="6070597">
                <a:moveTo>
                  <a:pt x="0" y="0"/>
                </a:moveTo>
                <a:lnTo>
                  <a:pt x="6070597" y="0"/>
                </a:lnTo>
                <a:lnTo>
                  <a:pt x="6070597" y="1927222"/>
                </a:lnTo>
                <a:lnTo>
                  <a:pt x="0" y="19272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989166" y="834954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86325" y="1042208"/>
            <a:ext cx="4852559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2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</a:t>
            </a:r>
          </a:p>
          <a:p>
            <a:pPr algn="l">
              <a:lnSpc>
                <a:spcPts val="2939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Dashboard &amp; Report </a:t>
            </a:r>
          </a:p>
          <a:p>
            <a:pPr algn="l">
              <a:lnSpc>
                <a:spcPts val="5457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Generation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13959" y="2914594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76825" y="4829120"/>
            <a:ext cx="2450621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Captures emotions via webcam, logging data with timestamps.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76825" y="7067494"/>
            <a:ext cx="5279022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Generates summaries including emotion logs, frequent emotions, and confidence scores.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34350" y="4829120"/>
            <a:ext cx="2274827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Provides interactive analytics with bar and pie chart visualizations.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86325" y="3028894"/>
            <a:ext cx="6024534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 extendthe basicFERmodelintoareal-worldsystem,ananalytics dashboard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86325" y="3305119"/>
            <a:ext cx="2417178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is integrated forpracticalutility.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69688" y="3888926"/>
            <a:ext cx="121720" cy="28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98451" y="6127301"/>
            <a:ext cx="121720" cy="28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7213" y="3888926"/>
            <a:ext cx="121720" cy="28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b="true" sz="162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76825" y="4442157"/>
            <a:ext cx="197733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Real-time Detection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76825" y="6680532"/>
            <a:ext cx="2242061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Downloadable Reports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34350" y="4442157"/>
            <a:ext cx="202663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Streamlit Dashboard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7"/>
            <a:ext cx="4286250" cy="8648443"/>
            <a:chOff x="0" y="0"/>
            <a:chExt cx="5715000" cy="11531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11531219"/>
            </a:xfrm>
            <a:custGeom>
              <a:avLst/>
              <a:gdLst/>
              <a:ahLst/>
              <a:cxnLst/>
              <a:rect r="r" b="b" t="t" l="l"/>
              <a:pathLst>
                <a:path h="115312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1531219"/>
                  </a:lnTo>
                  <a:lnTo>
                    <a:pt x="0" y="1153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0" t="-2" r="-5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86325" y="476250"/>
            <a:ext cx="933450" cy="323850"/>
            <a:chOff x="0" y="0"/>
            <a:chExt cx="933450" cy="323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0" cy="323850"/>
            </a:xfrm>
            <a:custGeom>
              <a:avLst/>
              <a:gdLst/>
              <a:ahLst/>
              <a:cxnLst/>
              <a:rect r="r" b="b" t="t" l="l"/>
              <a:pathLst>
                <a:path h="323850" w="933450">
                  <a:moveTo>
                    <a:pt x="0" y="306705"/>
                  </a:moveTo>
                  <a:lnTo>
                    <a:pt x="0" y="17145"/>
                  </a:lnTo>
                  <a:cubicBezTo>
                    <a:pt x="0" y="14859"/>
                    <a:pt x="381" y="12700"/>
                    <a:pt x="1270" y="10541"/>
                  </a:cubicBezTo>
                  <a:cubicBezTo>
                    <a:pt x="2159" y="8382"/>
                    <a:pt x="3429" y="6604"/>
                    <a:pt x="4953" y="5080"/>
                  </a:cubicBezTo>
                  <a:cubicBezTo>
                    <a:pt x="6477" y="3556"/>
                    <a:pt x="8509" y="2159"/>
                    <a:pt x="10541" y="1270"/>
                  </a:cubicBezTo>
                  <a:cubicBezTo>
                    <a:pt x="12573" y="381"/>
                    <a:pt x="14859" y="0"/>
                    <a:pt x="17145" y="0"/>
                  </a:cubicBezTo>
                  <a:lnTo>
                    <a:pt x="916305" y="0"/>
                  </a:lnTo>
                  <a:cubicBezTo>
                    <a:pt x="918591" y="0"/>
                    <a:pt x="920750" y="381"/>
                    <a:pt x="922909" y="1270"/>
                  </a:cubicBezTo>
                  <a:cubicBezTo>
                    <a:pt x="925068" y="2159"/>
                    <a:pt x="926846" y="3429"/>
                    <a:pt x="928497" y="4953"/>
                  </a:cubicBezTo>
                  <a:cubicBezTo>
                    <a:pt x="930148" y="6477"/>
                    <a:pt x="931291" y="8382"/>
                    <a:pt x="932180" y="10541"/>
                  </a:cubicBezTo>
                  <a:cubicBezTo>
                    <a:pt x="933069" y="12700"/>
                    <a:pt x="933450" y="14859"/>
                    <a:pt x="933450" y="17145"/>
                  </a:cubicBezTo>
                  <a:lnTo>
                    <a:pt x="933450" y="306705"/>
                  </a:lnTo>
                  <a:cubicBezTo>
                    <a:pt x="933450" y="308991"/>
                    <a:pt x="933069" y="311150"/>
                    <a:pt x="932180" y="313309"/>
                  </a:cubicBezTo>
                  <a:cubicBezTo>
                    <a:pt x="931291" y="315468"/>
                    <a:pt x="930021" y="317246"/>
                    <a:pt x="928497" y="318897"/>
                  </a:cubicBezTo>
                  <a:cubicBezTo>
                    <a:pt x="926973" y="320548"/>
                    <a:pt x="925068" y="321818"/>
                    <a:pt x="922909" y="322580"/>
                  </a:cubicBezTo>
                  <a:cubicBezTo>
                    <a:pt x="920750" y="323342"/>
                    <a:pt x="918591" y="323850"/>
                    <a:pt x="916305" y="323850"/>
                  </a:cubicBezTo>
                  <a:lnTo>
                    <a:pt x="17145" y="323850"/>
                  </a:lnTo>
                  <a:cubicBezTo>
                    <a:pt x="14859" y="323850"/>
                    <a:pt x="12700" y="323469"/>
                    <a:pt x="10541" y="322580"/>
                  </a:cubicBezTo>
                  <a:cubicBezTo>
                    <a:pt x="8382" y="321691"/>
                    <a:pt x="6604" y="320421"/>
                    <a:pt x="4953" y="318897"/>
                  </a:cubicBezTo>
                  <a:cubicBezTo>
                    <a:pt x="3302" y="317373"/>
                    <a:pt x="2159" y="315468"/>
                    <a:pt x="1270" y="313309"/>
                  </a:cubicBezTo>
                  <a:cubicBezTo>
                    <a:pt x="381" y="311150"/>
                    <a:pt x="0" y="308991"/>
                    <a:pt x="0" y="306705"/>
                  </a:cubicBezTo>
                </a:path>
              </a:pathLst>
            </a:custGeom>
            <a:solidFill>
              <a:srgbClr val="E7E7E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822822" y="2336797"/>
            <a:ext cx="6070597" cy="5899156"/>
          </a:xfrm>
          <a:custGeom>
            <a:avLst/>
            <a:gdLst/>
            <a:ahLst/>
            <a:cxnLst/>
            <a:rect r="r" b="b" t="t" l="l"/>
            <a:pathLst>
              <a:path h="5899156" w="6070597">
                <a:moveTo>
                  <a:pt x="0" y="0"/>
                </a:moveTo>
                <a:lnTo>
                  <a:pt x="6070597" y="0"/>
                </a:lnTo>
                <a:lnTo>
                  <a:pt x="6070597" y="5899156"/>
                </a:lnTo>
                <a:lnTo>
                  <a:pt x="0" y="5899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89166" y="508073"/>
            <a:ext cx="743845" cy="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8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CHAPTER 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6325" y="724852"/>
            <a:ext cx="560925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Project Objectives and Goals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87563" y="1511389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57775" y="6216739"/>
            <a:ext cx="4537586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Achieve high accuracy and robust results on public datasets.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7775" y="7721689"/>
            <a:ext cx="4945409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Develop and implement real-time emotion detection via webcam.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57775" y="2940139"/>
            <a:ext cx="5099828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Analyze expressions to accurately map them to emotion categories.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86325" y="1625689"/>
            <a:ext cx="545569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project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aims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achieve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comprehensive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high-performance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facial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86325" y="1901914"/>
            <a:ext cx="1584579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1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emotionrecognition.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57775" y="4416514"/>
            <a:ext cx="556304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Implement custom or pre-trained deep learning architectures for optimal performance.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57775" y="7306151"/>
            <a:ext cx="2156822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Real-Time Application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7775" y="4029551"/>
            <a:ext cx="223932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Model Implementation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57775" y="2524601"/>
            <a:ext cx="255061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Facial Expression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57775" y="5801201"/>
            <a:ext cx="273271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Performance Benchmarking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F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075" y="3220307"/>
            <a:ext cx="205985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1879" y="3730495"/>
            <a:ext cx="3374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075" y="3844795"/>
            <a:ext cx="1004724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Weappreciate yourattentionand engagement during this presentation. Your insights and questions are invaluable as we explore the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0075" y="4121020"/>
            <a:ext cx="282239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future of Facial Emotion Recognition.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75" y="4572276"/>
            <a:ext cx="4786008" cy="101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687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Ankur Rathi </a:t>
            </a:r>
            <a:r>
              <a:rPr lang="en-US" sz="16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Manipal University Jaipur, 4th Semester 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DAHGtlPSkA4</dc:identifier>
  <dcterms:modified xsi:type="dcterms:W3CDTF">2011-08-01T06:04:30Z</dcterms:modified>
  <cp:revision>1</cp:revision>
  <dc:title>Facial-Emotion-Recognition (2) (1) (1).pdf</dc:title>
</cp:coreProperties>
</file>